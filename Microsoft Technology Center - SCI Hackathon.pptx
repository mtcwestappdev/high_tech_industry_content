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3" r:id="rId1"/>
  </p:sldMasterIdLst>
  <p:notesMasterIdLst>
    <p:notesMasterId r:id="rId6"/>
  </p:notesMasterIdLst>
  <p:sldIdLst>
    <p:sldId id="1601" r:id="rId2"/>
    <p:sldId id="1608" r:id="rId3"/>
    <p:sldId id="1606" r:id="rId4"/>
    <p:sldId id="160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A1A2B9-7C6D-43AB-97D9-5340F36FA1FE}" v="76" dt="2021-02-05T19:34:05.1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6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fanie Jacobs" userId="9e719bf1-4a60-4842-8aca-5f5af116dc30" providerId="ADAL" clId="{48A1A2B9-7C6D-43AB-97D9-5340F36FA1FE}"/>
    <pc:docChg chg="undo redo custSel addSld delSld modSld addMainMaster delMainMaster">
      <pc:chgData name="Stefanie Jacobs" userId="9e719bf1-4a60-4842-8aca-5f5af116dc30" providerId="ADAL" clId="{48A1A2B9-7C6D-43AB-97D9-5340F36FA1FE}" dt="2021-02-05T19:31:53.491" v="673" actId="1076"/>
      <pc:docMkLst>
        <pc:docMk/>
      </pc:docMkLst>
      <pc:sldChg chg="addSp delSp add del mod">
        <pc:chgData name="Stefanie Jacobs" userId="9e719bf1-4a60-4842-8aca-5f5af116dc30" providerId="ADAL" clId="{48A1A2B9-7C6D-43AB-97D9-5340F36FA1FE}" dt="2021-02-05T17:58:40.407" v="378" actId="22"/>
        <pc:sldMkLst>
          <pc:docMk/>
          <pc:sldMk cId="3324776221" sldId="1599"/>
        </pc:sldMkLst>
        <pc:graphicFrameChg chg="add del">
          <ac:chgData name="Stefanie Jacobs" userId="9e719bf1-4a60-4842-8aca-5f5af116dc30" providerId="ADAL" clId="{48A1A2B9-7C6D-43AB-97D9-5340F36FA1FE}" dt="2021-02-05T17:58:37.278" v="376" actId="478"/>
          <ac:graphicFrameMkLst>
            <pc:docMk/>
            <pc:sldMk cId="3324776221" sldId="1599"/>
            <ac:graphicFrameMk id="127" creationId="{C6B8B9EE-9C5C-4F85-AFA8-FDA3EE373EF0}"/>
          </ac:graphicFrameMkLst>
        </pc:graphicFrameChg>
      </pc:sldChg>
      <pc:sldChg chg="delSp modSp add del mod">
        <pc:chgData name="Stefanie Jacobs" userId="9e719bf1-4a60-4842-8aca-5f5af116dc30" providerId="ADAL" clId="{48A1A2B9-7C6D-43AB-97D9-5340F36FA1FE}" dt="2021-02-05T18:45:31.595" v="429" actId="14100"/>
        <pc:sldMkLst>
          <pc:docMk/>
          <pc:sldMk cId="2653298658" sldId="1601"/>
        </pc:sldMkLst>
        <pc:spChg chg="mod">
          <ac:chgData name="Stefanie Jacobs" userId="9e719bf1-4a60-4842-8aca-5f5af116dc30" providerId="ADAL" clId="{48A1A2B9-7C6D-43AB-97D9-5340F36FA1FE}" dt="2021-02-05T17:29:59.765" v="52" actId="20577"/>
          <ac:spMkLst>
            <pc:docMk/>
            <pc:sldMk cId="2653298658" sldId="1601"/>
            <ac:spMk id="2" creationId="{F4D4DCDD-2177-47B1-B99F-1C18E65DA77F}"/>
          </ac:spMkLst>
        </pc:spChg>
        <pc:spChg chg="mod">
          <ac:chgData name="Stefanie Jacobs" userId="9e719bf1-4a60-4842-8aca-5f5af116dc30" providerId="ADAL" clId="{48A1A2B9-7C6D-43AB-97D9-5340F36FA1FE}" dt="2021-02-05T18:29:56.650" v="383" actId="207"/>
          <ac:spMkLst>
            <pc:docMk/>
            <pc:sldMk cId="2653298658" sldId="1601"/>
            <ac:spMk id="12" creationId="{A626171A-C2F2-4CFD-92C7-2EEC1AE1B0D8}"/>
          </ac:spMkLst>
        </pc:spChg>
        <pc:picChg chg="del">
          <ac:chgData name="Stefanie Jacobs" userId="9e719bf1-4a60-4842-8aca-5f5af116dc30" providerId="ADAL" clId="{48A1A2B9-7C6D-43AB-97D9-5340F36FA1FE}" dt="2021-02-05T18:45:11.189" v="423" actId="478"/>
          <ac:picMkLst>
            <pc:docMk/>
            <pc:sldMk cId="2653298658" sldId="1601"/>
            <ac:picMk id="4" creationId="{EC6621F4-10B7-439D-AFC4-A15062F6012F}"/>
          </ac:picMkLst>
        </pc:picChg>
        <pc:picChg chg="mod">
          <ac:chgData name="Stefanie Jacobs" userId="9e719bf1-4a60-4842-8aca-5f5af116dc30" providerId="ADAL" clId="{48A1A2B9-7C6D-43AB-97D9-5340F36FA1FE}" dt="2021-02-05T18:45:31.595" v="429" actId="14100"/>
          <ac:picMkLst>
            <pc:docMk/>
            <pc:sldMk cId="2653298658" sldId="1601"/>
            <ac:picMk id="7170" creationId="{36F8BA84-C0E9-423D-BF27-09935F2E95DD}"/>
          </ac:picMkLst>
        </pc:picChg>
      </pc:sldChg>
      <pc:sldChg chg="addSp">
        <pc:chgData name="Stefanie Jacobs" userId="9e719bf1-4a60-4842-8aca-5f5af116dc30" providerId="ADAL" clId="{48A1A2B9-7C6D-43AB-97D9-5340F36FA1FE}" dt="2021-02-05T18:45:13.459" v="424"/>
        <pc:sldMkLst>
          <pc:docMk/>
          <pc:sldMk cId="3424759104" sldId="1601"/>
        </pc:sldMkLst>
        <pc:picChg chg="add">
          <ac:chgData name="Stefanie Jacobs" userId="9e719bf1-4a60-4842-8aca-5f5af116dc30" providerId="ADAL" clId="{48A1A2B9-7C6D-43AB-97D9-5340F36FA1FE}" dt="2021-02-05T18:45:13.459" v="424"/>
          <ac:picMkLst>
            <pc:docMk/>
            <pc:sldMk cId="3424759104" sldId="1601"/>
            <ac:picMk id="7170" creationId="{36F8BA84-C0E9-423D-BF27-09935F2E95DD}"/>
          </ac:picMkLst>
        </pc:picChg>
      </pc:sldChg>
      <pc:sldChg chg="addSp">
        <pc:chgData name="Stefanie Jacobs" userId="9e719bf1-4a60-4842-8aca-5f5af116dc30" providerId="ADAL" clId="{48A1A2B9-7C6D-43AB-97D9-5340F36FA1FE}" dt="2021-02-05T17:56:18.072" v="355"/>
        <pc:sldMkLst>
          <pc:docMk/>
          <pc:sldMk cId="1489750260" sldId="1606"/>
        </pc:sldMkLst>
        <pc:picChg chg="add">
          <ac:chgData name="Stefanie Jacobs" userId="9e719bf1-4a60-4842-8aca-5f5af116dc30" providerId="ADAL" clId="{48A1A2B9-7C6D-43AB-97D9-5340F36FA1FE}" dt="2021-02-05T17:56:18.072" v="355"/>
          <ac:picMkLst>
            <pc:docMk/>
            <pc:sldMk cId="1489750260" sldId="1606"/>
            <ac:picMk id="6146" creationId="{C7A7712E-23A0-4BE8-9494-0FAB910EB2FC}"/>
          </ac:picMkLst>
        </pc:picChg>
      </pc:sldChg>
      <pc:sldChg chg="addSp">
        <pc:chgData name="Stefanie Jacobs" userId="9e719bf1-4a60-4842-8aca-5f5af116dc30" providerId="ADAL" clId="{48A1A2B9-7C6D-43AB-97D9-5340F36FA1FE}" dt="2021-02-05T17:55:31.424" v="351"/>
        <pc:sldMkLst>
          <pc:docMk/>
          <pc:sldMk cId="1594781288" sldId="1606"/>
        </pc:sldMkLst>
        <pc:picChg chg="add">
          <ac:chgData name="Stefanie Jacobs" userId="9e719bf1-4a60-4842-8aca-5f5af116dc30" providerId="ADAL" clId="{48A1A2B9-7C6D-43AB-97D9-5340F36FA1FE}" dt="2021-02-05T17:55:31.424" v="351"/>
          <ac:picMkLst>
            <pc:docMk/>
            <pc:sldMk cId="1594781288" sldId="1606"/>
            <ac:picMk id="5122" creationId="{07E390F3-9C0F-45D4-9C63-1EEE55F6AF5C}"/>
          </ac:picMkLst>
        </pc:picChg>
      </pc:sldChg>
      <pc:sldChg chg="addSp delSp modSp add del mod">
        <pc:chgData name="Stefanie Jacobs" userId="9e719bf1-4a60-4842-8aca-5f5af116dc30" providerId="ADAL" clId="{48A1A2B9-7C6D-43AB-97D9-5340F36FA1FE}" dt="2021-02-05T19:31:53.491" v="673" actId="1076"/>
        <pc:sldMkLst>
          <pc:docMk/>
          <pc:sldMk cId="4243513915" sldId="1606"/>
        </pc:sldMkLst>
        <pc:spChg chg="mod">
          <ac:chgData name="Stefanie Jacobs" userId="9e719bf1-4a60-4842-8aca-5f5af116dc30" providerId="ADAL" clId="{48A1A2B9-7C6D-43AB-97D9-5340F36FA1FE}" dt="2021-02-05T19:08:09.392" v="666" actId="20577"/>
          <ac:spMkLst>
            <pc:docMk/>
            <pc:sldMk cId="4243513915" sldId="1606"/>
            <ac:spMk id="2" creationId="{F7CF5E9C-1A26-4C91-84FC-77C11F9D3C7D}"/>
          </ac:spMkLst>
        </pc:spChg>
        <pc:spChg chg="del">
          <ac:chgData name="Stefanie Jacobs" userId="9e719bf1-4a60-4842-8aca-5f5af116dc30" providerId="ADAL" clId="{48A1A2B9-7C6D-43AB-97D9-5340F36FA1FE}" dt="2021-02-05T17:49:05.246" v="237" actId="478"/>
          <ac:spMkLst>
            <pc:docMk/>
            <pc:sldMk cId="4243513915" sldId="1606"/>
            <ac:spMk id="3" creationId="{A7133276-D0D0-4F74-A3ED-631E6EC5D913}"/>
          </ac:spMkLst>
        </pc:spChg>
        <pc:spChg chg="add mod">
          <ac:chgData name="Stefanie Jacobs" userId="9e719bf1-4a60-4842-8aca-5f5af116dc30" providerId="ADAL" clId="{48A1A2B9-7C6D-43AB-97D9-5340F36FA1FE}" dt="2021-02-05T18:30:47.727" v="388" actId="207"/>
          <ac:spMkLst>
            <pc:docMk/>
            <pc:sldMk cId="4243513915" sldId="1606"/>
            <ac:spMk id="5" creationId="{3DFC13ED-96A9-463B-9697-02006DD8E4C7}"/>
          </ac:spMkLst>
        </pc:spChg>
        <pc:picChg chg="add del mod">
          <ac:chgData name="Stefanie Jacobs" userId="9e719bf1-4a60-4842-8aca-5f5af116dc30" providerId="ADAL" clId="{48A1A2B9-7C6D-43AB-97D9-5340F36FA1FE}" dt="2021-02-05T19:31:22.925" v="667" actId="478"/>
          <ac:picMkLst>
            <pc:docMk/>
            <pc:sldMk cId="4243513915" sldId="1606"/>
            <ac:picMk id="4" creationId="{9FF9AECE-E55E-430E-B9C4-F635BDE99EBC}"/>
          </ac:picMkLst>
        </pc:picChg>
        <pc:picChg chg="add mod">
          <ac:chgData name="Stefanie Jacobs" userId="9e719bf1-4a60-4842-8aca-5f5af116dc30" providerId="ADAL" clId="{48A1A2B9-7C6D-43AB-97D9-5340F36FA1FE}" dt="2021-02-05T19:31:53.491" v="673" actId="1076"/>
          <ac:picMkLst>
            <pc:docMk/>
            <pc:sldMk cId="4243513915" sldId="1606"/>
            <ac:picMk id="7" creationId="{15AC1579-C23D-422C-90A8-4796E9B43298}"/>
          </ac:picMkLst>
        </pc:picChg>
        <pc:picChg chg="del">
          <ac:chgData name="Stefanie Jacobs" userId="9e719bf1-4a60-4842-8aca-5f5af116dc30" providerId="ADAL" clId="{48A1A2B9-7C6D-43AB-97D9-5340F36FA1FE}" dt="2021-02-05T17:48:59.231" v="236" actId="478"/>
          <ac:picMkLst>
            <pc:docMk/>
            <pc:sldMk cId="4243513915" sldId="1606"/>
            <ac:picMk id="7" creationId="{AD212BCC-E4F5-43ED-8A31-58CC5FE53772}"/>
          </ac:picMkLst>
        </pc:picChg>
        <pc:picChg chg="mod">
          <ac:chgData name="Stefanie Jacobs" userId="9e719bf1-4a60-4842-8aca-5f5af116dc30" providerId="ADAL" clId="{48A1A2B9-7C6D-43AB-97D9-5340F36FA1FE}" dt="2021-02-05T18:34:21.283" v="396" actId="2085"/>
          <ac:picMkLst>
            <pc:docMk/>
            <pc:sldMk cId="4243513915" sldId="1606"/>
            <ac:picMk id="5122" creationId="{07E390F3-9C0F-45D4-9C63-1EEE55F6AF5C}"/>
          </ac:picMkLst>
        </pc:picChg>
        <pc:picChg chg="del mod">
          <ac:chgData name="Stefanie Jacobs" userId="9e719bf1-4a60-4842-8aca-5f5af116dc30" providerId="ADAL" clId="{48A1A2B9-7C6D-43AB-97D9-5340F36FA1FE}" dt="2021-02-05T17:56:32.733" v="362" actId="478"/>
          <ac:picMkLst>
            <pc:docMk/>
            <pc:sldMk cId="4243513915" sldId="1606"/>
            <ac:picMk id="6146" creationId="{C7A7712E-23A0-4BE8-9494-0FAB910EB2FC}"/>
          </ac:picMkLst>
        </pc:picChg>
      </pc:sldChg>
      <pc:sldChg chg="del">
        <pc:chgData name="Stefanie Jacobs" userId="9e719bf1-4a60-4842-8aca-5f5af116dc30" providerId="ADAL" clId="{48A1A2B9-7C6D-43AB-97D9-5340F36FA1FE}" dt="2021-02-05T18:34:41.276" v="398" actId="2696"/>
        <pc:sldMkLst>
          <pc:docMk/>
          <pc:sldMk cId="3599212769" sldId="1607"/>
        </pc:sldMkLst>
      </pc:sldChg>
      <pc:sldChg chg="addSp">
        <pc:chgData name="Stefanie Jacobs" userId="9e719bf1-4a60-4842-8aca-5f5af116dc30" providerId="ADAL" clId="{48A1A2B9-7C6D-43AB-97D9-5340F36FA1FE}" dt="2021-02-05T17:35:28.804" v="160"/>
        <pc:sldMkLst>
          <pc:docMk/>
          <pc:sldMk cId="342580101" sldId="1608"/>
        </pc:sldMkLst>
        <pc:picChg chg="add">
          <ac:chgData name="Stefanie Jacobs" userId="9e719bf1-4a60-4842-8aca-5f5af116dc30" providerId="ADAL" clId="{48A1A2B9-7C6D-43AB-97D9-5340F36FA1FE}" dt="2021-02-05T17:35:28.804" v="160"/>
          <ac:picMkLst>
            <pc:docMk/>
            <pc:sldMk cId="342580101" sldId="1608"/>
            <ac:picMk id="1026" creationId="{92930E9F-3CB3-46A0-9DBD-683F98BE6D97}"/>
          </ac:picMkLst>
        </pc:picChg>
      </pc:sldChg>
      <pc:sldChg chg="addSp">
        <pc:chgData name="Stefanie Jacobs" userId="9e719bf1-4a60-4842-8aca-5f5af116dc30" providerId="ADAL" clId="{48A1A2B9-7C6D-43AB-97D9-5340F36FA1FE}" dt="2021-02-05T17:47:40.066" v="224"/>
        <pc:sldMkLst>
          <pc:docMk/>
          <pc:sldMk cId="1072701819" sldId="1608"/>
        </pc:sldMkLst>
        <pc:picChg chg="add">
          <ac:chgData name="Stefanie Jacobs" userId="9e719bf1-4a60-4842-8aca-5f5af116dc30" providerId="ADAL" clId="{48A1A2B9-7C6D-43AB-97D9-5340F36FA1FE}" dt="2021-02-05T17:47:40.066" v="224"/>
          <ac:picMkLst>
            <pc:docMk/>
            <pc:sldMk cId="1072701819" sldId="1608"/>
            <ac:picMk id="4098" creationId="{6200E26E-4A00-4B9A-8C1A-039065174784}"/>
          </ac:picMkLst>
        </pc:picChg>
      </pc:sldChg>
      <pc:sldChg chg="addSp">
        <pc:chgData name="Stefanie Jacobs" userId="9e719bf1-4a60-4842-8aca-5f5af116dc30" providerId="ADAL" clId="{48A1A2B9-7C6D-43AB-97D9-5340F36FA1FE}" dt="2021-02-05T17:37:22.614" v="212"/>
        <pc:sldMkLst>
          <pc:docMk/>
          <pc:sldMk cId="1365830142" sldId="1608"/>
        </pc:sldMkLst>
        <pc:picChg chg="add">
          <ac:chgData name="Stefanie Jacobs" userId="9e719bf1-4a60-4842-8aca-5f5af116dc30" providerId="ADAL" clId="{48A1A2B9-7C6D-43AB-97D9-5340F36FA1FE}" dt="2021-02-05T17:37:22.614" v="212"/>
          <ac:picMkLst>
            <pc:docMk/>
            <pc:sldMk cId="1365830142" sldId="1608"/>
            <ac:picMk id="2050" creationId="{4E3517B3-3976-4BBB-8A38-D59AD03C4FC4}"/>
          </ac:picMkLst>
        </pc:picChg>
      </pc:sldChg>
      <pc:sldChg chg="addSp">
        <pc:chgData name="Stefanie Jacobs" userId="9e719bf1-4a60-4842-8aca-5f5af116dc30" providerId="ADAL" clId="{48A1A2B9-7C6D-43AB-97D9-5340F36FA1FE}" dt="2021-02-05T17:45:52.630" v="218"/>
        <pc:sldMkLst>
          <pc:docMk/>
          <pc:sldMk cId="2461336333" sldId="1608"/>
        </pc:sldMkLst>
        <pc:picChg chg="add">
          <ac:chgData name="Stefanie Jacobs" userId="9e719bf1-4a60-4842-8aca-5f5af116dc30" providerId="ADAL" clId="{48A1A2B9-7C6D-43AB-97D9-5340F36FA1FE}" dt="2021-02-05T17:45:52.630" v="218"/>
          <ac:picMkLst>
            <pc:docMk/>
            <pc:sldMk cId="2461336333" sldId="1608"/>
            <ac:picMk id="3074" creationId="{D89DAE57-C5FD-45D7-BE07-B8F6B87140FF}"/>
          </ac:picMkLst>
        </pc:picChg>
      </pc:sldChg>
      <pc:sldChg chg="addSp delSp modSp add del mod">
        <pc:chgData name="Stefanie Jacobs" userId="9e719bf1-4a60-4842-8aca-5f5af116dc30" providerId="ADAL" clId="{48A1A2B9-7C6D-43AB-97D9-5340F36FA1FE}" dt="2021-02-05T18:50:26.005" v="614" actId="20577"/>
        <pc:sldMkLst>
          <pc:docMk/>
          <pc:sldMk cId="4002911844" sldId="1608"/>
        </pc:sldMkLst>
        <pc:spChg chg="mod">
          <ac:chgData name="Stefanie Jacobs" userId="9e719bf1-4a60-4842-8aca-5f5af116dc30" providerId="ADAL" clId="{48A1A2B9-7C6D-43AB-97D9-5340F36FA1FE}" dt="2021-02-05T18:50:26.005" v="614" actId="20577"/>
          <ac:spMkLst>
            <pc:docMk/>
            <pc:sldMk cId="4002911844" sldId="1608"/>
            <ac:spMk id="2" creationId="{F7CF5E9C-1A26-4C91-84FC-77C11F9D3C7D}"/>
          </ac:spMkLst>
        </pc:spChg>
        <pc:spChg chg="add del mod">
          <ac:chgData name="Stefanie Jacobs" userId="9e719bf1-4a60-4842-8aca-5f5af116dc30" providerId="ADAL" clId="{48A1A2B9-7C6D-43AB-97D9-5340F36FA1FE}" dt="2021-02-05T17:32:37.682" v="59" actId="478"/>
          <ac:spMkLst>
            <pc:docMk/>
            <pc:sldMk cId="4002911844" sldId="1608"/>
            <ac:spMk id="4" creationId="{8652328B-13F1-4699-9DDD-DBBE414068D1}"/>
          </ac:spMkLst>
        </pc:spChg>
        <pc:spChg chg="add del">
          <ac:chgData name="Stefanie Jacobs" userId="9e719bf1-4a60-4842-8aca-5f5af116dc30" providerId="ADAL" clId="{48A1A2B9-7C6D-43AB-97D9-5340F36FA1FE}" dt="2021-02-05T17:37:14.154" v="211" actId="22"/>
          <ac:spMkLst>
            <pc:docMk/>
            <pc:sldMk cId="4002911844" sldId="1608"/>
            <ac:spMk id="6" creationId="{C505ECCE-B98B-48DA-A31A-6701DF151700}"/>
          </ac:spMkLst>
        </pc:spChg>
        <pc:spChg chg="add mod">
          <ac:chgData name="Stefanie Jacobs" userId="9e719bf1-4a60-4842-8aca-5f5af116dc30" providerId="ADAL" clId="{48A1A2B9-7C6D-43AB-97D9-5340F36FA1FE}" dt="2021-02-05T18:30:17.018" v="385" actId="207"/>
          <ac:spMkLst>
            <pc:docMk/>
            <pc:sldMk cId="4002911844" sldId="1608"/>
            <ac:spMk id="8" creationId="{2E9B58BB-8733-4C95-AFDD-E4D810B8937C}"/>
          </ac:spMkLst>
        </pc:spChg>
        <pc:graphicFrameChg chg="del">
          <ac:chgData name="Stefanie Jacobs" userId="9e719bf1-4a60-4842-8aca-5f5af116dc30" providerId="ADAL" clId="{48A1A2B9-7C6D-43AB-97D9-5340F36FA1FE}" dt="2021-02-05T17:31:51.987" v="53" actId="478"/>
          <ac:graphicFrameMkLst>
            <pc:docMk/>
            <pc:sldMk cId="4002911844" sldId="1608"/>
            <ac:graphicFrameMk id="6" creationId="{DDFAA0C4-ADDC-419D-9954-7921F0AE896D}"/>
          </ac:graphicFrameMkLst>
        </pc:graphicFrameChg>
        <pc:picChg chg="del">
          <ac:chgData name="Stefanie Jacobs" userId="9e719bf1-4a60-4842-8aca-5f5af116dc30" providerId="ADAL" clId="{48A1A2B9-7C6D-43AB-97D9-5340F36FA1FE}" dt="2021-02-05T17:31:54.213" v="54" actId="478"/>
          <ac:picMkLst>
            <pc:docMk/>
            <pc:sldMk cId="4002911844" sldId="1608"/>
            <ac:picMk id="7" creationId="{57E54627-79C6-4F67-9F3F-673546646537}"/>
          </ac:picMkLst>
        </pc:picChg>
        <pc:picChg chg="del mod">
          <ac:chgData name="Stefanie Jacobs" userId="9e719bf1-4a60-4842-8aca-5f5af116dc30" providerId="ADAL" clId="{48A1A2B9-7C6D-43AB-97D9-5340F36FA1FE}" dt="2021-02-05T17:37:35.472" v="216" actId="478"/>
          <ac:picMkLst>
            <pc:docMk/>
            <pc:sldMk cId="4002911844" sldId="1608"/>
            <ac:picMk id="1026" creationId="{92930E9F-3CB3-46A0-9DBD-683F98BE6D97}"/>
          </ac:picMkLst>
        </pc:picChg>
        <pc:picChg chg="mod">
          <ac:chgData name="Stefanie Jacobs" userId="9e719bf1-4a60-4842-8aca-5f5af116dc30" providerId="ADAL" clId="{48A1A2B9-7C6D-43AB-97D9-5340F36FA1FE}" dt="2021-02-05T18:34:27.843" v="397" actId="2085"/>
          <ac:picMkLst>
            <pc:docMk/>
            <pc:sldMk cId="4002911844" sldId="1608"/>
            <ac:picMk id="2050" creationId="{4E3517B3-3976-4BBB-8A38-D59AD03C4FC4}"/>
          </ac:picMkLst>
        </pc:picChg>
        <pc:picChg chg="mod">
          <ac:chgData name="Stefanie Jacobs" userId="9e719bf1-4a60-4842-8aca-5f5af116dc30" providerId="ADAL" clId="{48A1A2B9-7C6D-43AB-97D9-5340F36FA1FE}" dt="2021-02-05T18:31:45.642" v="395" actId="208"/>
          <ac:picMkLst>
            <pc:docMk/>
            <pc:sldMk cId="4002911844" sldId="1608"/>
            <ac:picMk id="3074" creationId="{D89DAE57-C5FD-45D7-BE07-B8F6B87140FF}"/>
          </ac:picMkLst>
        </pc:picChg>
        <pc:picChg chg="mod">
          <ac:chgData name="Stefanie Jacobs" userId="9e719bf1-4a60-4842-8aca-5f5af116dc30" providerId="ADAL" clId="{48A1A2B9-7C6D-43AB-97D9-5340F36FA1FE}" dt="2021-02-05T18:31:45.642" v="395" actId="208"/>
          <ac:picMkLst>
            <pc:docMk/>
            <pc:sldMk cId="4002911844" sldId="1608"/>
            <ac:picMk id="4098" creationId="{6200E26E-4A00-4B9A-8C1A-039065174784}"/>
          </ac:picMkLst>
        </pc:picChg>
      </pc:sldChg>
      <pc:sldChg chg="delSp modSp add del mod">
        <pc:chgData name="Stefanie Jacobs" userId="9e719bf1-4a60-4842-8aca-5f5af116dc30" providerId="ADAL" clId="{48A1A2B9-7C6D-43AB-97D9-5340F36FA1FE}" dt="2021-02-05T18:58:22.552" v="659" actId="1076"/>
        <pc:sldMkLst>
          <pc:docMk/>
          <pc:sldMk cId="1540677737" sldId="1609"/>
        </pc:sldMkLst>
        <pc:spChg chg="mod">
          <ac:chgData name="Stefanie Jacobs" userId="9e719bf1-4a60-4842-8aca-5f5af116dc30" providerId="ADAL" clId="{48A1A2B9-7C6D-43AB-97D9-5340F36FA1FE}" dt="2021-02-05T18:50:57.317" v="639" actId="20577"/>
          <ac:spMkLst>
            <pc:docMk/>
            <pc:sldMk cId="1540677737" sldId="1609"/>
            <ac:spMk id="2" creationId="{F7CF5E9C-1A26-4C91-84FC-77C11F9D3C7D}"/>
          </ac:spMkLst>
        </pc:spChg>
        <pc:spChg chg="mod">
          <ac:chgData name="Stefanie Jacobs" userId="9e719bf1-4a60-4842-8aca-5f5af116dc30" providerId="ADAL" clId="{48A1A2B9-7C6D-43AB-97D9-5340F36FA1FE}" dt="2021-02-05T18:50:01.637" v="604" actId="20577"/>
          <ac:spMkLst>
            <pc:docMk/>
            <pc:sldMk cId="1540677737" sldId="1609"/>
            <ac:spMk id="5" creationId="{3DFC13ED-96A9-463B-9697-02006DD8E4C7}"/>
          </ac:spMkLst>
        </pc:spChg>
        <pc:picChg chg="del">
          <ac:chgData name="Stefanie Jacobs" userId="9e719bf1-4a60-4842-8aca-5f5af116dc30" providerId="ADAL" clId="{48A1A2B9-7C6D-43AB-97D9-5340F36FA1FE}" dt="2021-02-05T18:50:08.452" v="605" actId="478"/>
          <ac:picMkLst>
            <pc:docMk/>
            <pc:sldMk cId="1540677737" sldId="1609"/>
            <ac:picMk id="4" creationId="{9FF9AECE-E55E-430E-B9C4-F635BDE99EBC}"/>
          </ac:picMkLst>
        </pc:picChg>
        <pc:picChg chg="del">
          <ac:chgData name="Stefanie Jacobs" userId="9e719bf1-4a60-4842-8aca-5f5af116dc30" providerId="ADAL" clId="{48A1A2B9-7C6D-43AB-97D9-5340F36FA1FE}" dt="2021-02-05T18:50:09.347" v="606" actId="478"/>
          <ac:picMkLst>
            <pc:docMk/>
            <pc:sldMk cId="1540677737" sldId="1609"/>
            <ac:picMk id="5122" creationId="{07E390F3-9C0F-45D4-9C63-1EEE55F6AF5C}"/>
          </ac:picMkLst>
        </pc:picChg>
        <pc:picChg chg="del mod">
          <ac:chgData name="Stefanie Jacobs" userId="9e719bf1-4a60-4842-8aca-5f5af116dc30" providerId="ADAL" clId="{48A1A2B9-7C6D-43AB-97D9-5340F36FA1FE}" dt="2021-02-05T18:58:08.514" v="658" actId="478"/>
          <ac:picMkLst>
            <pc:docMk/>
            <pc:sldMk cId="1540677737" sldId="1609"/>
            <ac:picMk id="8194" creationId="{1B713291-A7D4-4573-A5B3-BAF96D36B77B}"/>
          </ac:picMkLst>
        </pc:picChg>
        <pc:picChg chg="del">
          <ac:chgData name="Stefanie Jacobs" userId="9e719bf1-4a60-4842-8aca-5f5af116dc30" providerId="ADAL" clId="{48A1A2B9-7C6D-43AB-97D9-5340F36FA1FE}" dt="2021-02-05T18:56:23.090" v="646" actId="478"/>
          <ac:picMkLst>
            <pc:docMk/>
            <pc:sldMk cId="1540677737" sldId="1609"/>
            <ac:picMk id="9218" creationId="{07B79300-5D47-47CE-A80A-E805586E0C7D}"/>
          </ac:picMkLst>
        </pc:picChg>
        <pc:picChg chg="mod">
          <ac:chgData name="Stefanie Jacobs" userId="9e719bf1-4a60-4842-8aca-5f5af116dc30" providerId="ADAL" clId="{48A1A2B9-7C6D-43AB-97D9-5340F36FA1FE}" dt="2021-02-05T18:58:22.552" v="659" actId="1076"/>
          <ac:picMkLst>
            <pc:docMk/>
            <pc:sldMk cId="1540677737" sldId="1609"/>
            <ac:picMk id="10242" creationId="{C7E0E9C0-B7D8-44DC-928E-B6C1B31BECE5}"/>
          </ac:picMkLst>
        </pc:picChg>
      </pc:sldChg>
      <pc:sldChg chg="addSp delSp add del mod">
        <pc:chgData name="Stefanie Jacobs" userId="9e719bf1-4a60-4842-8aca-5f5af116dc30" providerId="ADAL" clId="{48A1A2B9-7C6D-43AB-97D9-5340F36FA1FE}" dt="2021-02-05T17:58:38.457" v="377" actId="22"/>
        <pc:sldMkLst>
          <pc:docMk/>
          <pc:sldMk cId="1639569484" sldId="1609"/>
        </pc:sldMkLst>
        <pc:graphicFrameChg chg="add del">
          <ac:chgData name="Stefanie Jacobs" userId="9e719bf1-4a60-4842-8aca-5f5af116dc30" providerId="ADAL" clId="{48A1A2B9-7C6D-43AB-97D9-5340F36FA1FE}" dt="2021-02-05T17:58:24.128" v="373" actId="478"/>
          <ac:graphicFrameMkLst>
            <pc:docMk/>
            <pc:sldMk cId="1639569484" sldId="1609"/>
            <ac:graphicFrameMk id="127" creationId="{C6B8B9EE-9C5C-4F85-AFA8-FDA3EE373EF0}"/>
          </ac:graphicFrameMkLst>
        </pc:graphicFrameChg>
      </pc:sldChg>
      <pc:sldChg chg="addSp delSp modSp add del mod">
        <pc:chgData name="Stefanie Jacobs" userId="9e719bf1-4a60-4842-8aca-5f5af116dc30" providerId="ADAL" clId="{48A1A2B9-7C6D-43AB-97D9-5340F36FA1FE}" dt="2021-02-05T17:58:04.116" v="369" actId="22"/>
        <pc:sldMkLst>
          <pc:docMk/>
          <pc:sldMk cId="2613184263" sldId="1609"/>
        </pc:sldMkLst>
        <pc:graphicFrameChg chg="add del mod">
          <ac:chgData name="Stefanie Jacobs" userId="9e719bf1-4a60-4842-8aca-5f5af116dc30" providerId="ADAL" clId="{48A1A2B9-7C6D-43AB-97D9-5340F36FA1FE}" dt="2021-02-05T17:58:03.583" v="368" actId="478"/>
          <ac:graphicFrameMkLst>
            <pc:docMk/>
            <pc:sldMk cId="2613184263" sldId="1609"/>
            <ac:graphicFrameMk id="127" creationId="{C6B8B9EE-9C5C-4F85-AFA8-FDA3EE373EF0}"/>
          </ac:graphicFrameMkLst>
        </pc:graphicFrameChg>
      </pc:sldChg>
      <pc:sldChg chg="addSp">
        <pc:chgData name="Stefanie Jacobs" userId="9e719bf1-4a60-4842-8aca-5f5af116dc30" providerId="ADAL" clId="{48A1A2B9-7C6D-43AB-97D9-5340F36FA1FE}" dt="2021-02-05T18:54:55.579" v="640"/>
        <pc:sldMkLst>
          <pc:docMk/>
          <pc:sldMk cId="3197068236" sldId="1609"/>
        </pc:sldMkLst>
        <pc:picChg chg="add">
          <ac:chgData name="Stefanie Jacobs" userId="9e719bf1-4a60-4842-8aca-5f5af116dc30" providerId="ADAL" clId="{48A1A2B9-7C6D-43AB-97D9-5340F36FA1FE}" dt="2021-02-05T18:54:55.579" v="640"/>
          <ac:picMkLst>
            <pc:docMk/>
            <pc:sldMk cId="3197068236" sldId="1609"/>
            <ac:picMk id="8194" creationId="{1B713291-A7D4-4573-A5B3-BAF96D36B77B}"/>
          </ac:picMkLst>
        </pc:picChg>
      </pc:sldChg>
      <pc:sldChg chg="addSp">
        <pc:chgData name="Stefanie Jacobs" userId="9e719bf1-4a60-4842-8aca-5f5af116dc30" providerId="ADAL" clId="{48A1A2B9-7C6D-43AB-97D9-5340F36FA1FE}" dt="2021-02-05T18:56:18.983" v="644"/>
        <pc:sldMkLst>
          <pc:docMk/>
          <pc:sldMk cId="3822967500" sldId="1609"/>
        </pc:sldMkLst>
        <pc:picChg chg="add">
          <ac:chgData name="Stefanie Jacobs" userId="9e719bf1-4a60-4842-8aca-5f5af116dc30" providerId="ADAL" clId="{48A1A2B9-7C6D-43AB-97D9-5340F36FA1FE}" dt="2021-02-05T18:56:18.983" v="644"/>
          <ac:picMkLst>
            <pc:docMk/>
            <pc:sldMk cId="3822967500" sldId="1609"/>
            <ac:picMk id="9218" creationId="{07B79300-5D47-47CE-A80A-E805586E0C7D}"/>
          </ac:picMkLst>
        </pc:picChg>
      </pc:sldChg>
      <pc:sldChg chg="addSp">
        <pc:chgData name="Stefanie Jacobs" userId="9e719bf1-4a60-4842-8aca-5f5af116dc30" providerId="ADAL" clId="{48A1A2B9-7C6D-43AB-97D9-5340F36FA1FE}" dt="2021-02-05T18:57:34.987" v="651"/>
        <pc:sldMkLst>
          <pc:docMk/>
          <pc:sldMk cId="4132603950" sldId="1609"/>
        </pc:sldMkLst>
        <pc:picChg chg="add">
          <ac:chgData name="Stefanie Jacobs" userId="9e719bf1-4a60-4842-8aca-5f5af116dc30" providerId="ADAL" clId="{48A1A2B9-7C6D-43AB-97D9-5340F36FA1FE}" dt="2021-02-05T18:57:34.987" v="651"/>
          <ac:picMkLst>
            <pc:docMk/>
            <pc:sldMk cId="4132603950" sldId="1609"/>
            <ac:picMk id="10242" creationId="{C7E0E9C0-B7D8-44DC-928E-B6C1B31BECE5}"/>
          </ac:picMkLst>
        </pc:picChg>
      </pc:sldChg>
      <pc:sldMasterChg chg="add del addSldLayout delSldLayout">
        <pc:chgData name="Stefanie Jacobs" userId="9e719bf1-4a60-4842-8aca-5f5af116dc30" providerId="ADAL" clId="{48A1A2B9-7C6D-43AB-97D9-5340F36FA1FE}" dt="2021-02-05T17:58:38.457" v="377" actId="22"/>
        <pc:sldMasterMkLst>
          <pc:docMk/>
          <pc:sldMasterMk cId="1305035905" sldId="2147483718"/>
        </pc:sldMasterMkLst>
        <pc:sldLayoutChg chg="add del">
          <pc:chgData name="Stefanie Jacobs" userId="9e719bf1-4a60-4842-8aca-5f5af116dc30" providerId="ADAL" clId="{48A1A2B9-7C6D-43AB-97D9-5340F36FA1FE}" dt="2021-02-05T17:58:38.457" v="377" actId="22"/>
          <pc:sldLayoutMkLst>
            <pc:docMk/>
            <pc:sldMasterMk cId="1305035905" sldId="2147483718"/>
            <pc:sldLayoutMk cId="3605801995" sldId="2147483719"/>
          </pc:sldLayoutMkLst>
        </pc:sldLayoutChg>
        <pc:sldLayoutChg chg="add del">
          <pc:chgData name="Stefanie Jacobs" userId="9e719bf1-4a60-4842-8aca-5f5af116dc30" providerId="ADAL" clId="{48A1A2B9-7C6D-43AB-97D9-5340F36FA1FE}" dt="2021-02-05T17:58:38.457" v="377" actId="22"/>
          <pc:sldLayoutMkLst>
            <pc:docMk/>
            <pc:sldMasterMk cId="1305035905" sldId="2147483718"/>
            <pc:sldLayoutMk cId="3957966861" sldId="2147483720"/>
          </pc:sldLayoutMkLst>
        </pc:sldLayoutChg>
        <pc:sldLayoutChg chg="add del">
          <pc:chgData name="Stefanie Jacobs" userId="9e719bf1-4a60-4842-8aca-5f5af116dc30" providerId="ADAL" clId="{48A1A2B9-7C6D-43AB-97D9-5340F36FA1FE}" dt="2021-02-05T17:58:38.457" v="377" actId="22"/>
          <pc:sldLayoutMkLst>
            <pc:docMk/>
            <pc:sldMasterMk cId="1305035905" sldId="2147483718"/>
            <pc:sldLayoutMk cId="1545357041" sldId="2147483721"/>
          </pc:sldLayoutMkLst>
        </pc:sldLayoutChg>
        <pc:sldLayoutChg chg="add del">
          <pc:chgData name="Stefanie Jacobs" userId="9e719bf1-4a60-4842-8aca-5f5af116dc30" providerId="ADAL" clId="{48A1A2B9-7C6D-43AB-97D9-5340F36FA1FE}" dt="2021-02-05T17:58:38.457" v="377" actId="22"/>
          <pc:sldLayoutMkLst>
            <pc:docMk/>
            <pc:sldMasterMk cId="1305035905" sldId="2147483718"/>
            <pc:sldLayoutMk cId="4074458294" sldId="2147483722"/>
          </pc:sldLayoutMkLst>
        </pc:sldLayoutChg>
        <pc:sldLayoutChg chg="add del">
          <pc:chgData name="Stefanie Jacobs" userId="9e719bf1-4a60-4842-8aca-5f5af116dc30" providerId="ADAL" clId="{48A1A2B9-7C6D-43AB-97D9-5340F36FA1FE}" dt="2021-02-05T17:58:38.457" v="377" actId="22"/>
          <pc:sldLayoutMkLst>
            <pc:docMk/>
            <pc:sldMasterMk cId="1305035905" sldId="2147483718"/>
            <pc:sldLayoutMk cId="3769664143" sldId="2147483723"/>
          </pc:sldLayoutMkLst>
        </pc:sldLayoutChg>
        <pc:sldLayoutChg chg="add del">
          <pc:chgData name="Stefanie Jacobs" userId="9e719bf1-4a60-4842-8aca-5f5af116dc30" providerId="ADAL" clId="{48A1A2B9-7C6D-43AB-97D9-5340F36FA1FE}" dt="2021-02-05T17:58:38.457" v="377" actId="22"/>
          <pc:sldLayoutMkLst>
            <pc:docMk/>
            <pc:sldMasterMk cId="1305035905" sldId="2147483718"/>
            <pc:sldLayoutMk cId="113032753" sldId="2147483724"/>
          </pc:sldLayoutMkLst>
        </pc:sldLayoutChg>
        <pc:sldLayoutChg chg="add del">
          <pc:chgData name="Stefanie Jacobs" userId="9e719bf1-4a60-4842-8aca-5f5af116dc30" providerId="ADAL" clId="{48A1A2B9-7C6D-43AB-97D9-5340F36FA1FE}" dt="2021-02-05T17:58:38.457" v="377" actId="22"/>
          <pc:sldLayoutMkLst>
            <pc:docMk/>
            <pc:sldMasterMk cId="1305035905" sldId="2147483718"/>
            <pc:sldLayoutMk cId="1289934226" sldId="2147483725"/>
          </pc:sldLayoutMkLst>
        </pc:sldLayoutChg>
        <pc:sldLayoutChg chg="add del">
          <pc:chgData name="Stefanie Jacobs" userId="9e719bf1-4a60-4842-8aca-5f5af116dc30" providerId="ADAL" clId="{48A1A2B9-7C6D-43AB-97D9-5340F36FA1FE}" dt="2021-02-05T17:58:38.457" v="377" actId="22"/>
          <pc:sldLayoutMkLst>
            <pc:docMk/>
            <pc:sldMasterMk cId="1305035905" sldId="2147483718"/>
            <pc:sldLayoutMk cId="3564892395" sldId="2147483726"/>
          </pc:sldLayoutMkLst>
        </pc:sldLayoutChg>
        <pc:sldLayoutChg chg="add del">
          <pc:chgData name="Stefanie Jacobs" userId="9e719bf1-4a60-4842-8aca-5f5af116dc30" providerId="ADAL" clId="{48A1A2B9-7C6D-43AB-97D9-5340F36FA1FE}" dt="2021-02-05T17:58:38.457" v="377" actId="22"/>
          <pc:sldLayoutMkLst>
            <pc:docMk/>
            <pc:sldMasterMk cId="1305035905" sldId="2147483718"/>
            <pc:sldLayoutMk cId="3601795675" sldId="2147483727"/>
          </pc:sldLayoutMkLst>
        </pc:sldLayoutChg>
        <pc:sldLayoutChg chg="add del">
          <pc:chgData name="Stefanie Jacobs" userId="9e719bf1-4a60-4842-8aca-5f5af116dc30" providerId="ADAL" clId="{48A1A2B9-7C6D-43AB-97D9-5340F36FA1FE}" dt="2021-02-05T17:58:38.457" v="377" actId="22"/>
          <pc:sldLayoutMkLst>
            <pc:docMk/>
            <pc:sldMasterMk cId="1305035905" sldId="2147483718"/>
            <pc:sldLayoutMk cId="2396182126" sldId="2147483728"/>
          </pc:sldLayoutMkLst>
        </pc:sldLayoutChg>
        <pc:sldLayoutChg chg="add del">
          <pc:chgData name="Stefanie Jacobs" userId="9e719bf1-4a60-4842-8aca-5f5af116dc30" providerId="ADAL" clId="{48A1A2B9-7C6D-43AB-97D9-5340F36FA1FE}" dt="2021-02-05T17:58:38.457" v="377" actId="22"/>
          <pc:sldLayoutMkLst>
            <pc:docMk/>
            <pc:sldMasterMk cId="1305035905" sldId="2147483718"/>
            <pc:sldLayoutMk cId="1695796513" sldId="2147483729"/>
          </pc:sldLayoutMkLst>
        </pc:sldLayoutChg>
        <pc:sldLayoutChg chg="add del">
          <pc:chgData name="Stefanie Jacobs" userId="9e719bf1-4a60-4842-8aca-5f5af116dc30" providerId="ADAL" clId="{48A1A2B9-7C6D-43AB-97D9-5340F36FA1FE}" dt="2021-02-05T17:58:38.457" v="377" actId="22"/>
          <pc:sldLayoutMkLst>
            <pc:docMk/>
            <pc:sldMasterMk cId="1305035905" sldId="2147483718"/>
            <pc:sldLayoutMk cId="2046888463" sldId="2147483730"/>
          </pc:sldLayoutMkLst>
        </pc:sldLayoutChg>
        <pc:sldLayoutChg chg="add del">
          <pc:chgData name="Stefanie Jacobs" userId="9e719bf1-4a60-4842-8aca-5f5af116dc30" providerId="ADAL" clId="{48A1A2B9-7C6D-43AB-97D9-5340F36FA1FE}" dt="2021-02-05T17:58:38.457" v="377" actId="22"/>
          <pc:sldLayoutMkLst>
            <pc:docMk/>
            <pc:sldMasterMk cId="1305035905" sldId="2147483718"/>
            <pc:sldLayoutMk cId="3507689888" sldId="2147483731"/>
          </pc:sldLayoutMkLst>
        </pc:sldLayoutChg>
        <pc:sldLayoutChg chg="add del">
          <pc:chgData name="Stefanie Jacobs" userId="9e719bf1-4a60-4842-8aca-5f5af116dc30" providerId="ADAL" clId="{48A1A2B9-7C6D-43AB-97D9-5340F36FA1FE}" dt="2021-02-05T17:58:38.457" v="377" actId="22"/>
          <pc:sldLayoutMkLst>
            <pc:docMk/>
            <pc:sldMasterMk cId="1305035905" sldId="2147483718"/>
            <pc:sldLayoutMk cId="3783258089" sldId="2147483732"/>
          </pc:sldLayoutMkLst>
        </pc:sldLayoutChg>
        <pc:sldLayoutChg chg="add del">
          <pc:chgData name="Stefanie Jacobs" userId="9e719bf1-4a60-4842-8aca-5f5af116dc30" providerId="ADAL" clId="{48A1A2B9-7C6D-43AB-97D9-5340F36FA1FE}" dt="2021-02-05T17:58:38.457" v="377" actId="22"/>
          <pc:sldLayoutMkLst>
            <pc:docMk/>
            <pc:sldMasterMk cId="1305035905" sldId="2147483718"/>
            <pc:sldLayoutMk cId="4072596742" sldId="2147483733"/>
          </pc:sldLayoutMkLst>
        </pc:sldLayoutChg>
        <pc:sldLayoutChg chg="add del">
          <pc:chgData name="Stefanie Jacobs" userId="9e719bf1-4a60-4842-8aca-5f5af116dc30" providerId="ADAL" clId="{48A1A2B9-7C6D-43AB-97D9-5340F36FA1FE}" dt="2021-02-05T17:58:38.457" v="377" actId="22"/>
          <pc:sldLayoutMkLst>
            <pc:docMk/>
            <pc:sldMasterMk cId="1305035905" sldId="2147483718"/>
            <pc:sldLayoutMk cId="2208307153" sldId="2147483734"/>
          </pc:sldLayoutMkLst>
        </pc:sldLayoutChg>
        <pc:sldLayoutChg chg="add del">
          <pc:chgData name="Stefanie Jacobs" userId="9e719bf1-4a60-4842-8aca-5f5af116dc30" providerId="ADAL" clId="{48A1A2B9-7C6D-43AB-97D9-5340F36FA1FE}" dt="2021-02-05T17:58:38.457" v="377" actId="22"/>
          <pc:sldLayoutMkLst>
            <pc:docMk/>
            <pc:sldMasterMk cId="1305035905" sldId="2147483718"/>
            <pc:sldLayoutMk cId="2365224293" sldId="2147483735"/>
          </pc:sldLayoutMkLst>
        </pc:sldLayoutChg>
        <pc:sldLayoutChg chg="add del">
          <pc:chgData name="Stefanie Jacobs" userId="9e719bf1-4a60-4842-8aca-5f5af116dc30" providerId="ADAL" clId="{48A1A2B9-7C6D-43AB-97D9-5340F36FA1FE}" dt="2021-02-05T17:58:38.457" v="377" actId="22"/>
          <pc:sldLayoutMkLst>
            <pc:docMk/>
            <pc:sldMasterMk cId="1305035905" sldId="2147483718"/>
            <pc:sldLayoutMk cId="733123975" sldId="2147483736"/>
          </pc:sldLayoutMkLst>
        </pc:sldLayoutChg>
        <pc:sldLayoutChg chg="add del">
          <pc:chgData name="Stefanie Jacobs" userId="9e719bf1-4a60-4842-8aca-5f5af116dc30" providerId="ADAL" clId="{48A1A2B9-7C6D-43AB-97D9-5340F36FA1FE}" dt="2021-02-05T17:58:38.457" v="377" actId="22"/>
          <pc:sldLayoutMkLst>
            <pc:docMk/>
            <pc:sldMasterMk cId="1305035905" sldId="2147483718"/>
            <pc:sldLayoutMk cId="3976135002" sldId="2147483737"/>
          </pc:sldLayoutMkLst>
        </pc:sldLayoutChg>
        <pc:sldLayoutChg chg="add del">
          <pc:chgData name="Stefanie Jacobs" userId="9e719bf1-4a60-4842-8aca-5f5af116dc30" providerId="ADAL" clId="{48A1A2B9-7C6D-43AB-97D9-5340F36FA1FE}" dt="2021-02-05T17:58:38.457" v="377" actId="22"/>
          <pc:sldLayoutMkLst>
            <pc:docMk/>
            <pc:sldMasterMk cId="1305035905" sldId="2147483718"/>
            <pc:sldLayoutMk cId="2878960554" sldId="2147483738"/>
          </pc:sldLayoutMkLst>
        </pc:sldLayoutChg>
        <pc:sldLayoutChg chg="add del">
          <pc:chgData name="Stefanie Jacobs" userId="9e719bf1-4a60-4842-8aca-5f5af116dc30" providerId="ADAL" clId="{48A1A2B9-7C6D-43AB-97D9-5340F36FA1FE}" dt="2021-02-05T17:58:38.457" v="377" actId="22"/>
          <pc:sldLayoutMkLst>
            <pc:docMk/>
            <pc:sldMasterMk cId="1305035905" sldId="2147483718"/>
            <pc:sldLayoutMk cId="1032163233" sldId="2147483739"/>
          </pc:sldLayoutMkLst>
        </pc:sldLayoutChg>
        <pc:sldLayoutChg chg="add del">
          <pc:chgData name="Stefanie Jacobs" userId="9e719bf1-4a60-4842-8aca-5f5af116dc30" providerId="ADAL" clId="{48A1A2B9-7C6D-43AB-97D9-5340F36FA1FE}" dt="2021-02-05T17:58:38.457" v="377" actId="22"/>
          <pc:sldLayoutMkLst>
            <pc:docMk/>
            <pc:sldMasterMk cId="1305035905" sldId="2147483718"/>
            <pc:sldLayoutMk cId="3041849342" sldId="2147483740"/>
          </pc:sldLayoutMkLst>
        </pc:sldLayoutChg>
        <pc:sldLayoutChg chg="add del">
          <pc:chgData name="Stefanie Jacobs" userId="9e719bf1-4a60-4842-8aca-5f5af116dc30" providerId="ADAL" clId="{48A1A2B9-7C6D-43AB-97D9-5340F36FA1FE}" dt="2021-02-05T17:58:38.457" v="377" actId="22"/>
          <pc:sldLayoutMkLst>
            <pc:docMk/>
            <pc:sldMasterMk cId="1305035905" sldId="2147483718"/>
            <pc:sldLayoutMk cId="1049125170" sldId="2147483741"/>
          </pc:sldLayoutMkLst>
        </pc:sldLayoutChg>
        <pc:sldLayoutChg chg="add del">
          <pc:chgData name="Stefanie Jacobs" userId="9e719bf1-4a60-4842-8aca-5f5af116dc30" providerId="ADAL" clId="{48A1A2B9-7C6D-43AB-97D9-5340F36FA1FE}" dt="2021-02-05T17:58:38.457" v="377" actId="22"/>
          <pc:sldLayoutMkLst>
            <pc:docMk/>
            <pc:sldMasterMk cId="1305035905" sldId="2147483718"/>
            <pc:sldLayoutMk cId="1921152833" sldId="2147483742"/>
          </pc:sldLayoutMkLst>
        </pc:sldLayoutChg>
        <pc:sldLayoutChg chg="add del">
          <pc:chgData name="Stefanie Jacobs" userId="9e719bf1-4a60-4842-8aca-5f5af116dc30" providerId="ADAL" clId="{48A1A2B9-7C6D-43AB-97D9-5340F36FA1FE}" dt="2021-02-05T17:58:38.457" v="377" actId="22"/>
          <pc:sldLayoutMkLst>
            <pc:docMk/>
            <pc:sldMasterMk cId="1305035905" sldId="2147483718"/>
            <pc:sldLayoutMk cId="4264959235" sldId="2147483743"/>
          </pc:sldLayoutMkLst>
        </pc:sldLayoutChg>
        <pc:sldLayoutChg chg="add del">
          <pc:chgData name="Stefanie Jacobs" userId="9e719bf1-4a60-4842-8aca-5f5af116dc30" providerId="ADAL" clId="{48A1A2B9-7C6D-43AB-97D9-5340F36FA1FE}" dt="2021-02-05T17:58:38.457" v="377" actId="22"/>
          <pc:sldLayoutMkLst>
            <pc:docMk/>
            <pc:sldMasterMk cId="1305035905" sldId="2147483718"/>
            <pc:sldLayoutMk cId="3677732414" sldId="2147483744"/>
          </pc:sldLayoutMkLst>
        </pc:sldLayoutChg>
        <pc:sldLayoutChg chg="add del">
          <pc:chgData name="Stefanie Jacobs" userId="9e719bf1-4a60-4842-8aca-5f5af116dc30" providerId="ADAL" clId="{48A1A2B9-7C6D-43AB-97D9-5340F36FA1FE}" dt="2021-02-05T17:58:38.457" v="377" actId="22"/>
          <pc:sldLayoutMkLst>
            <pc:docMk/>
            <pc:sldMasterMk cId="1305035905" sldId="2147483718"/>
            <pc:sldLayoutMk cId="4053830454" sldId="2147483745"/>
          </pc:sldLayoutMkLst>
        </pc:sldLayoutChg>
        <pc:sldLayoutChg chg="add del">
          <pc:chgData name="Stefanie Jacobs" userId="9e719bf1-4a60-4842-8aca-5f5af116dc30" providerId="ADAL" clId="{48A1A2B9-7C6D-43AB-97D9-5340F36FA1FE}" dt="2021-02-05T17:58:38.457" v="377" actId="22"/>
          <pc:sldLayoutMkLst>
            <pc:docMk/>
            <pc:sldMasterMk cId="1305035905" sldId="2147483718"/>
            <pc:sldLayoutMk cId="3040536466" sldId="2147483746"/>
          </pc:sldLayoutMkLst>
        </pc:sldLayoutChg>
        <pc:sldLayoutChg chg="add del">
          <pc:chgData name="Stefanie Jacobs" userId="9e719bf1-4a60-4842-8aca-5f5af116dc30" providerId="ADAL" clId="{48A1A2B9-7C6D-43AB-97D9-5340F36FA1FE}" dt="2021-02-05T17:58:38.457" v="377" actId="22"/>
          <pc:sldLayoutMkLst>
            <pc:docMk/>
            <pc:sldMasterMk cId="1305035905" sldId="2147483718"/>
            <pc:sldLayoutMk cId="4087889531" sldId="2147483747"/>
          </pc:sldLayoutMkLst>
        </pc:sldLayoutChg>
        <pc:sldLayoutChg chg="add del">
          <pc:chgData name="Stefanie Jacobs" userId="9e719bf1-4a60-4842-8aca-5f5af116dc30" providerId="ADAL" clId="{48A1A2B9-7C6D-43AB-97D9-5340F36FA1FE}" dt="2021-02-05T17:58:38.457" v="377" actId="22"/>
          <pc:sldLayoutMkLst>
            <pc:docMk/>
            <pc:sldMasterMk cId="1305035905" sldId="2147483718"/>
            <pc:sldLayoutMk cId="2207631756" sldId="2147483748"/>
          </pc:sldLayoutMkLst>
        </pc:sldLayoutChg>
        <pc:sldLayoutChg chg="add del">
          <pc:chgData name="Stefanie Jacobs" userId="9e719bf1-4a60-4842-8aca-5f5af116dc30" providerId="ADAL" clId="{48A1A2B9-7C6D-43AB-97D9-5340F36FA1FE}" dt="2021-02-05T17:58:38.457" v="377" actId="22"/>
          <pc:sldLayoutMkLst>
            <pc:docMk/>
            <pc:sldMasterMk cId="1305035905" sldId="2147483718"/>
            <pc:sldLayoutMk cId="2415600120" sldId="2147483749"/>
          </pc:sldLayoutMkLst>
        </pc:sldLayoutChg>
        <pc:sldLayoutChg chg="add del">
          <pc:chgData name="Stefanie Jacobs" userId="9e719bf1-4a60-4842-8aca-5f5af116dc30" providerId="ADAL" clId="{48A1A2B9-7C6D-43AB-97D9-5340F36FA1FE}" dt="2021-02-05T17:58:38.457" v="377" actId="22"/>
          <pc:sldLayoutMkLst>
            <pc:docMk/>
            <pc:sldMasterMk cId="1305035905" sldId="2147483718"/>
            <pc:sldLayoutMk cId="1440433080" sldId="2147483750"/>
          </pc:sldLayoutMkLst>
        </pc:sldLayoutChg>
        <pc:sldLayoutChg chg="add del">
          <pc:chgData name="Stefanie Jacobs" userId="9e719bf1-4a60-4842-8aca-5f5af116dc30" providerId="ADAL" clId="{48A1A2B9-7C6D-43AB-97D9-5340F36FA1FE}" dt="2021-02-05T17:58:38.457" v="377" actId="22"/>
          <pc:sldLayoutMkLst>
            <pc:docMk/>
            <pc:sldMasterMk cId="1305035905" sldId="2147483718"/>
            <pc:sldLayoutMk cId="2101315237" sldId="2147483751"/>
          </pc:sldLayoutMkLst>
        </pc:sldLayoutChg>
        <pc:sldLayoutChg chg="add del">
          <pc:chgData name="Stefanie Jacobs" userId="9e719bf1-4a60-4842-8aca-5f5af116dc30" providerId="ADAL" clId="{48A1A2B9-7C6D-43AB-97D9-5340F36FA1FE}" dt="2021-02-05T17:58:38.457" v="377" actId="22"/>
          <pc:sldLayoutMkLst>
            <pc:docMk/>
            <pc:sldMasterMk cId="1305035905" sldId="2147483718"/>
            <pc:sldLayoutMk cId="2444011071" sldId="2147483752"/>
          </pc:sldLayoutMkLst>
        </pc:sldLayoutChg>
      </pc:sldMasterChg>
      <pc:sldMasterChg chg="addSldLayout delSldLayout modSldLayout">
        <pc:chgData name="Stefanie Jacobs" userId="9e719bf1-4a60-4842-8aca-5f5af116dc30" providerId="ADAL" clId="{48A1A2B9-7C6D-43AB-97D9-5340F36FA1FE}" dt="2021-02-05T17:58:40.407" v="378" actId="22"/>
        <pc:sldMasterMkLst>
          <pc:docMk/>
          <pc:sldMasterMk cId="1819012626" sldId="2147483873"/>
        </pc:sldMasterMkLst>
        <pc:sldLayoutChg chg="add del mod">
          <pc:chgData name="Stefanie Jacobs" userId="9e719bf1-4a60-4842-8aca-5f5af116dc30" providerId="ADAL" clId="{48A1A2B9-7C6D-43AB-97D9-5340F36FA1FE}" dt="2021-02-05T17:58:40.407" v="378" actId="22"/>
          <pc:sldLayoutMkLst>
            <pc:docMk/>
            <pc:sldMasterMk cId="1819012626" sldId="2147483873"/>
            <pc:sldLayoutMk cId="2664114271" sldId="214748635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21D884-80C7-4D18-A3FE-B75D9E9B9729}" type="datetimeFigureOut">
              <a:rPr lang="en-US" smtClean="0"/>
              <a:t>2/5/2021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DE026E-46A9-467D-BD3B-86B844EC31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8103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&lt;speaker guidance: introduce yourself and the purpose of the meeting&gt;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58FB2CA-E48E-4A52-8ADC-7252F772470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47030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quare phot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0408F-4A76-4E13-B20C-89E0FD40DC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425541"/>
            <a:ext cx="4167887" cy="1107996"/>
          </a:xfrm>
        </p:spPr>
        <p:txBody>
          <a:bodyPr anchor="b" anchorCtr="0">
            <a:spAutoFit/>
          </a:bodyPr>
          <a:lstStyle>
            <a:lvl1pPr>
              <a:defRPr>
                <a:solidFill>
                  <a:srgbClr val="50E6FF"/>
                </a:solidFill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2042" y="3962400"/>
            <a:ext cx="4164583" cy="338554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</a:t>
            </a:r>
          </a:p>
        </p:txBody>
      </p:sp>
      <p:pic>
        <p:nvPicPr>
          <p:cNvPr id="8" name="MS logo white - EMF" descr="Microsoft logo white text version">
            <a:extLst>
              <a:ext uri="{FF2B5EF4-FFF2-40B4-BE49-F238E27FC236}">
                <a16:creationId xmlns:a16="http://schemas.microsoft.com/office/drawing/2014/main" id="{10847DFE-DD48-4C93-84DD-AE782B2A9A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B416E83-2BF2-4A74-8492-6C75F7B6CB3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2441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2496">
          <p15:clr>
            <a:srgbClr val="5ACBF0"/>
          </p15:clr>
        </p15:guide>
        <p15:guide id="3" pos="3355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orient="horz" pos="2229">
          <p15:clr>
            <a:srgbClr val="5ACBF0"/>
          </p15:clr>
        </p15:guide>
        <p15:guide id="7" pos="2996">
          <p15:clr>
            <a:srgbClr val="5ACBF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quar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0408F-4A76-4E13-B20C-89E0FD40DC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425541"/>
            <a:ext cx="4167887" cy="1107996"/>
          </a:xfrm>
        </p:spPr>
        <p:txBody>
          <a:bodyPr anchor="b" anchorCtr="0">
            <a:spAutoFit/>
          </a:bodyPr>
          <a:lstStyle>
            <a:lvl1pPr>
              <a:defRPr/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2042" y="3962400"/>
            <a:ext cx="4164583" cy="338554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</a:t>
            </a:r>
          </a:p>
        </p:txBody>
      </p:sp>
      <p:pic>
        <p:nvPicPr>
          <p:cNvPr id="6" name="MS logo white - EMF" descr="Microsoft logo white text version">
            <a:extLst>
              <a:ext uri="{FF2B5EF4-FFF2-40B4-BE49-F238E27FC236}">
                <a16:creationId xmlns:a16="http://schemas.microsoft.com/office/drawing/2014/main" id="{752F7F94-9231-4E4A-AA40-FA537E6B0D7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5088973-88F5-4C76-80ED-89ED1A70DC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516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2496">
          <p15:clr>
            <a:srgbClr val="5ACBF0"/>
          </p15:clr>
        </p15:guide>
        <p15:guide id="3" pos="3360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orient="horz" pos="2229">
          <p15:clr>
            <a:srgbClr val="5ACBF0"/>
          </p15:clr>
        </p15:guide>
        <p15:guide id="7" pos="2996">
          <p15:clr>
            <a:srgbClr val="5ACBF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97977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3600" spc="-50" baseline="0">
                <a:solidFill>
                  <a:srgbClr val="50E6FF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9144000" cy="338554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7" name="MS logo white - EMF" descr="Microsoft logo white text version">
            <a:extLst>
              <a:ext uri="{FF2B5EF4-FFF2-40B4-BE49-F238E27FC236}">
                <a16:creationId xmlns:a16="http://schemas.microsoft.com/office/drawing/2014/main" id="{BB651035-36B1-415D-8FE3-8C820588801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0022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97977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3600" spc="-50" baseline="0"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9144000" cy="338554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7" name="MS logo white - EMF" descr="Microsoft logo white text version">
            <a:extLst>
              <a:ext uri="{FF2B5EF4-FFF2-40B4-BE49-F238E27FC236}">
                <a16:creationId xmlns:a16="http://schemas.microsoft.com/office/drawing/2014/main" id="{923145A3-A9AB-4B3E-A898-5EC4C932840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670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2308324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6724793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5100"/>
            <a:ext cx="11018838" cy="48339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0917242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4200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+mn-lt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>
                <a:latin typeface="+mn-lt"/>
              </a:defRPr>
            </a:lvl2pPr>
            <a:lvl3pPr marL="450850" indent="0">
              <a:buFont typeface="Wingdings" panose="05000000000000000000" pitchFamily="2" charset="2"/>
              <a:buNone/>
              <a:tabLst/>
              <a:defRPr sz="1600" b="0">
                <a:latin typeface="+mn-lt"/>
              </a:defRPr>
            </a:lvl3pPr>
            <a:lvl4pPr marL="652462" indent="0">
              <a:buFont typeface="Wingdings" panose="05000000000000000000" pitchFamily="2" charset="2"/>
              <a:buNone/>
              <a:defRPr sz="1400" b="0">
                <a:latin typeface="+mn-lt"/>
              </a:defRPr>
            </a:lvl4pPr>
            <a:lvl5pPr marL="854075" indent="0">
              <a:buFont typeface="Wingdings" panose="05000000000000000000" pitchFamily="2" charset="2"/>
              <a:buNone/>
              <a:tabLst/>
              <a:defRPr sz="1400" b="0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E9CDCB4-03E1-4763-B83E-A1334BCDB0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97171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+mn-lt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>
                <a:latin typeface="+mn-lt"/>
              </a:defRPr>
            </a:lvl2pPr>
            <a:lvl3pPr marL="450850" indent="0">
              <a:buFont typeface="Wingdings" panose="05000000000000000000" pitchFamily="2" charset="2"/>
              <a:buNone/>
              <a:tabLst/>
              <a:defRPr sz="1600" b="0">
                <a:latin typeface="+mn-lt"/>
              </a:defRPr>
            </a:lvl3pPr>
            <a:lvl4pPr marL="652462" indent="0">
              <a:buFont typeface="Wingdings" panose="05000000000000000000" pitchFamily="2" charset="2"/>
              <a:buNone/>
              <a:defRPr sz="1400" b="0">
                <a:latin typeface="+mn-lt"/>
              </a:defRPr>
            </a:lvl4pPr>
            <a:lvl5pPr marL="854075" indent="0">
              <a:buFont typeface="Wingdings" panose="05000000000000000000" pitchFamily="2" charset="2"/>
              <a:buNone/>
              <a:tabLst/>
              <a:defRPr sz="1400" b="0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0731807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2">
          <p15:clr>
            <a:srgbClr val="5ACBF0"/>
          </p15:clr>
        </p15:guide>
        <p15:guide id="3" orient="horz" pos="904">
          <p15:clr>
            <a:srgbClr val="5ACBF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B7A288-CDAC-4184-9F73-137C95F5E6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1435100"/>
            <a:ext cx="5211763" cy="48339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C22105-78D6-4753-94FA-3DA949361A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89688" y="1435100"/>
            <a:ext cx="5219700" cy="48339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4998969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6">
          <p15:clr>
            <a:srgbClr val="5ACBF0"/>
          </p15:clr>
        </p15:guide>
        <p15:guide id="3" orient="horz" pos="904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87B2D66C-ED12-49C4-87B3-971271683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3568659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l title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4B2500C4-B436-4E3A-8A91-A02448A77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457200"/>
            <a:ext cx="5508419" cy="372410"/>
          </a:xfrm>
        </p:spPr>
        <p:txBody>
          <a:bodyPr tIns="64008"/>
          <a:lstStyle>
            <a:lvl1pPr>
              <a:defRPr sz="2000" spc="0"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5520979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025650"/>
            <a:ext cx="4161981" cy="1107996"/>
          </a:xfrm>
        </p:spPr>
        <p:txBody>
          <a:bodyPr wrap="square" rIns="0" anchor="b">
            <a:spAutoFit/>
          </a:bodyPr>
          <a:lstStyle>
            <a:lvl1pPr>
              <a:lnSpc>
                <a:spcPct val="100000"/>
              </a:lnSpc>
              <a:defRPr sz="3600" b="0" spc="-49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Title square photo layout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80C89-4FC1-4FE7-AFCA-1C41A1B094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3535541"/>
            <a:ext cx="4162425" cy="338554"/>
          </a:xfrm>
        </p:spPr>
        <p:txBody>
          <a:bodyPr/>
          <a:lstStyle>
            <a:lvl1pPr marL="0" indent="0">
              <a:buNone/>
              <a:defRPr sz="2200">
                <a:latin typeface="+mn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E18FD0C-FA99-4937-92CD-5CF7F279CD8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10312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6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14872238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6" orient="horz" pos="904">
          <p15:clr>
            <a:srgbClr val="5ACBF0"/>
          </p15:clr>
        </p15:guide>
        <p15:guide id="7" orient="horz" pos="1276">
          <p15:clr>
            <a:srgbClr val="5ACBF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4025" y="3152001"/>
            <a:ext cx="4161981" cy="553998"/>
          </a:xfrm>
        </p:spPr>
        <p:txBody>
          <a:bodyPr wrap="square" rIns="0" anchor="ctr" anchorCtr="0">
            <a:spAutoFit/>
          </a:bodyPr>
          <a:lstStyle>
            <a:lvl1pPr>
              <a:lnSpc>
                <a:spcPct val="100000"/>
              </a:lnSpc>
              <a:defRPr sz="3600" b="0" spc="-49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Square photo layout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10312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6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217887623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pos="2991">
          <p15:clr>
            <a:srgbClr val="5ACBF0"/>
          </p15:clr>
        </p15:guide>
        <p15:guide id="7" pos="3728">
          <p15:clr>
            <a:srgbClr val="C35EA4"/>
          </p15:clr>
        </p15:guide>
        <p15:guide id="8" pos="3544">
          <p15:clr>
            <a:srgbClr val="A4A3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quar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981637"/>
            <a:ext cx="4160520" cy="861774"/>
          </a:xfr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2800" b="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Square photo layout with smaller text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EBEAA94-C151-43DE-8A5A-09E8A930427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10312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6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155312351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3" orient="horz" pos="1877">
          <p15:clr>
            <a:srgbClr val="5ACBF0"/>
          </p15:clr>
        </p15:guide>
        <p15:guide id="4" pos="3731">
          <p15:clr>
            <a:srgbClr val="C35EA4"/>
          </p15:clr>
        </p15:guide>
        <p15:guide id="5" pos="2993">
          <p15:clr>
            <a:srgbClr val="5ACBF0"/>
          </p15:clr>
        </p15:guide>
        <p15:guide id="6" pos="3547">
          <p15:clr>
            <a:srgbClr val="A4A3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940F29D-C5E8-44D2-9526-FDD92F645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438001"/>
            <a:ext cx="11018520" cy="55399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0" y="0"/>
            <a:ext cx="12192000" cy="45720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1097280" rIns="0" bIns="0" rtlCol="0" anchor="t" anchorCtr="0">
            <a:noAutofit/>
          </a:bodyPr>
          <a:lstStyle>
            <a:lvl1pPr marL="0" indent="0" algn="ctr">
              <a:buNone/>
              <a:defRPr lang="en-US" sz="1400" b="1" dirty="0">
                <a:solidFill>
                  <a:srgbClr val="FFFFFF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167672994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  <p15:guide id="6" orient="horz" pos="360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ttom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940F29D-C5E8-44D2-9526-FDD92F645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866001"/>
            <a:ext cx="11018520" cy="55399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-2381" y="2286000"/>
            <a:ext cx="12192000" cy="45720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1097280" rIns="0" bIns="0" rtlCol="0" anchor="t" anchorCtr="0">
            <a:noAutofit/>
          </a:bodyPr>
          <a:lstStyle>
            <a:lvl1pPr marL="0" indent="0" algn="ctr">
              <a:buNone/>
              <a:defRPr lang="en-US" sz="1400" b="1" dirty="0">
                <a:solidFill>
                  <a:srgbClr val="FFFFFF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218327023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1440">
          <p15:clr>
            <a:srgbClr val="5ACBF0"/>
          </p15:clr>
        </p15:guide>
        <p15:guide id="6" orient="horz" pos="72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754DF-CB0E-46F9-AA3C-00BC673EB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5689600"/>
            <a:ext cx="5367528" cy="30777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2000"/>
            </a:lvl1pPr>
          </a:lstStyle>
          <a:p>
            <a:pPr lvl="0"/>
            <a:r>
              <a:rPr lang="en-US"/>
              <a:t>Edit Master text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82612" y="2025650"/>
            <a:ext cx="5367528" cy="347472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0" rIns="0" bIns="1188720" rtlCol="0" anchor="ctr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FFFFFF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1860" y="5689600"/>
            <a:ext cx="5367528" cy="30777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2000"/>
            </a:lvl1pPr>
          </a:lstStyle>
          <a:p>
            <a:pPr lvl="0"/>
            <a:r>
              <a:rPr lang="en-US"/>
              <a:t>Edit Master text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239255" y="2025650"/>
            <a:ext cx="5367528" cy="347472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0" rIns="0" bIns="1188720" rtlCol="0" anchor="ctr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FFFFFF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288378493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3749">
          <p15:clr>
            <a:srgbClr val="5ACBF0"/>
          </p15:clr>
        </p15:guide>
        <p15:guide id="7" pos="3931">
          <p15:clr>
            <a:srgbClr val="5ACBF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754DF-CB0E-46F9-AA3C-00BC673EB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5689600"/>
            <a:ext cx="3475037" cy="30777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2000"/>
            </a:lvl1pPr>
          </a:lstStyle>
          <a:p>
            <a:pPr lvl="0"/>
            <a:r>
              <a:rPr lang="en-US"/>
              <a:t>Edit Master text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82612" y="2025650"/>
            <a:ext cx="3474720" cy="3474720"/>
          </a:xfrm>
          <a:blipFill>
            <a:blip r:embed="rId2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8640" y="5689600"/>
            <a:ext cx="3475037" cy="30777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2000"/>
            </a:lvl1pPr>
          </a:lstStyle>
          <a:p>
            <a:pPr lvl="0"/>
            <a:r>
              <a:rPr lang="en-US"/>
              <a:t>Edit Master text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4358640" y="2025650"/>
            <a:ext cx="3474720" cy="3474720"/>
          </a:xfrm>
          <a:blipFill>
            <a:blip r:embed="rId2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34351" y="5689600"/>
            <a:ext cx="3475037" cy="30777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2000"/>
            </a:lvl1pPr>
          </a:lstStyle>
          <a:p>
            <a:pPr lvl="0"/>
            <a:r>
              <a:rPr lang="en-US"/>
              <a:t>Edit Master text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8132063" y="2025650"/>
            <a:ext cx="3474720" cy="3474720"/>
          </a:xfrm>
          <a:blipFill>
            <a:blip r:embed="rId2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105567860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754DF-CB0E-46F9-AA3C-00BC673EB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4753938"/>
            <a:ext cx="2532888" cy="30777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2000"/>
            </a:lvl1pPr>
          </a:lstStyle>
          <a:p>
            <a:pPr lvl="0"/>
            <a:r>
              <a:rPr lang="en-US"/>
              <a:t>Edit Master text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82612" y="2025650"/>
            <a:ext cx="2532888" cy="2532888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908" y="4753938"/>
            <a:ext cx="2532888" cy="30777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2000"/>
            </a:lvl1pPr>
          </a:lstStyle>
          <a:p>
            <a:pPr lvl="0"/>
            <a:r>
              <a:rPr lang="en-US"/>
              <a:t>Edit Master text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3413908" y="2025650"/>
            <a:ext cx="2532888" cy="2532888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5204" y="4753938"/>
            <a:ext cx="2532888" cy="30777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2000"/>
            </a:lvl1pPr>
          </a:lstStyle>
          <a:p>
            <a:pPr lvl="0"/>
            <a:r>
              <a:rPr lang="en-US"/>
              <a:t>Edit Master text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245204" y="2025650"/>
            <a:ext cx="2532888" cy="2532888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8E883C1-8203-4549-AF30-B96AEC45AC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6500" y="4753938"/>
            <a:ext cx="2532888" cy="30777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2000"/>
            </a:lvl1pPr>
          </a:lstStyle>
          <a:p>
            <a:pPr lvl="0"/>
            <a:r>
              <a:rPr lang="en-US"/>
              <a:t>Edit Master text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BBD58C33-921C-42F1-9803-1C798DB548C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9076500" y="2025650"/>
            <a:ext cx="2532888" cy="2532888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16621505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2993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3033223"/>
            <a:ext cx="9144000" cy="4985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solidFill>
                  <a:srgbClr val="50E6FF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9144000" cy="338554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spc="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13082877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3033223"/>
            <a:ext cx="9144000" cy="4985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9144000" cy="338554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spc="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3381992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3035808"/>
            <a:ext cx="9144000" cy="4985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solidFill>
                  <a:srgbClr val="50E6FF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5845394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3035808"/>
            <a:ext cx="9144000" cy="4985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255421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789394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11072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D0DF2A6-26A8-4810-95DF-F65F123C66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Software code slide</a:t>
            </a:r>
          </a:p>
        </p:txBody>
      </p:sp>
      <p:sp>
        <p:nvSpPr>
          <p:cNvPr id="5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BA9F61CF-FF79-485A-A6C8-A1952EFD5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63" y="1436688"/>
            <a:ext cx="11018520" cy="1908215"/>
          </a:xfrm>
        </p:spPr>
        <p:txBody>
          <a:bodyPr/>
          <a:lstStyle>
            <a:lvl1pPr marL="0" indent="0">
              <a:buNone/>
              <a:defRPr sz="2800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 sz="2400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 sz="2000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 sz="1800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 sz="1800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0874748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272">
          <p15:clr>
            <a:srgbClr val="5ACBF0"/>
          </p15:clr>
        </p15:guide>
        <p15:guide id="2" orient="horz" pos="905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S logo white - EMF" descr="Microsoft logo white text version">
            <a:extLst>
              <a:ext uri="{FF2B5EF4-FFF2-40B4-BE49-F238E27FC236}">
                <a16:creationId xmlns:a16="http://schemas.microsoft.com/office/drawing/2014/main" id="{1291B0CF-9615-4684-B7F1-8E5483826A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  <p:sp>
        <p:nvSpPr>
          <p:cNvPr id="2" name="Text Box 3" descr="This is a copyright notice that should be included on the final slide."/>
          <p:cNvSpPr txBox="1">
            <a:spLocks noChangeArrowheads="1"/>
          </p:cNvSpPr>
          <p:nvPr userDrawn="1"/>
        </p:nvSpPr>
        <p:spPr bwMode="blackWhite">
          <a:xfrm>
            <a:off x="584200" y="6161316"/>
            <a:ext cx="4482124" cy="10772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3229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+mn-ea"/>
                <a:cs typeface="Segoe UI" pitchFamily="34" charset="0"/>
              </a:rPr>
              <a:t>© Copyright Microsoft Corporation. All rights reserved. </a:t>
            </a:r>
          </a:p>
        </p:txBody>
      </p:sp>
    </p:spTree>
    <p:extLst>
      <p:ext uri="{BB962C8B-B14F-4D97-AF65-F5344CB8AC3E}">
        <p14:creationId xmlns:p14="http://schemas.microsoft.com/office/powerpoint/2010/main" val="35970903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Notes slide Layout">
    <p:bg bwMode="black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 b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6606D-2DF9-48CD-BBE9-B751BF55CD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white">
          <a:xfrm>
            <a:off x="584200" y="1436688"/>
            <a:ext cx="11018838" cy="2215991"/>
          </a:xfrm>
        </p:spPr>
        <p:txBody>
          <a:bodyPr>
            <a:spAutoFit/>
          </a:bodyPr>
          <a:lstStyle>
            <a:lvl1pPr>
              <a:defRPr sz="36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1800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Next slide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269038"/>
            <a:ext cx="12192001" cy="588963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45720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/>
              <a:t>Next:</a:t>
            </a:r>
          </a:p>
        </p:txBody>
      </p:sp>
    </p:spTree>
    <p:extLst>
      <p:ext uri="{BB962C8B-B14F-4D97-AF65-F5344CB8AC3E}">
        <p14:creationId xmlns:p14="http://schemas.microsoft.com/office/powerpoint/2010/main" val="3345453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904">
          <p15:clr>
            <a:srgbClr val="5ACBF0"/>
          </p15:clr>
        </p15:guide>
        <p15:guide id="2" orient="horz" pos="288">
          <p15:clr>
            <a:srgbClr val="5ACBF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196402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272">
          <p15:clr>
            <a:srgbClr val="5ACBF0"/>
          </p15:clr>
        </p15:guide>
        <p15:guide id="2" orient="horz" pos="904">
          <p15:clr>
            <a:srgbClr val="5ACBF0"/>
          </p15:clr>
        </p15:guide>
        <p15:guide id="3" orient="horz" pos="288">
          <p15:clr>
            <a:srgbClr val="5ACBF0"/>
          </p15:clr>
        </p15:guide>
        <p15:guide id="4" orient="horz" pos="768">
          <p15:clr>
            <a:srgbClr val="FBAE40"/>
          </p15:clr>
        </p15:guide>
        <p15:guide id="5" orient="horz" pos="3552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29544" y="3029995"/>
            <a:ext cx="9401560" cy="1793104"/>
          </a:xfrm>
          <a:noFill/>
        </p:spPr>
        <p:txBody>
          <a:bodyPr lIns="0" tIns="0" rIns="0" bIns="182880" anchor="b" anchorCtr="0"/>
          <a:lstStyle>
            <a:lvl1pPr>
              <a:defRPr sz="5294" strike="noStrike" spc="-147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Microsoft Azure</a:t>
            </a:r>
            <a:br>
              <a:rPr lang="en-US"/>
            </a:br>
            <a:r>
              <a:rPr lang="en-US"/>
              <a:t>title or event name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426426" y="4838790"/>
            <a:ext cx="9401560" cy="945435"/>
          </a:xfrm>
          <a:noFill/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68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Author name</a:t>
            </a:r>
          </a:p>
          <a:p>
            <a:pPr lvl="0"/>
            <a:r>
              <a:rPr lang="en-US"/>
              <a:t>Date</a:t>
            </a:r>
          </a:p>
        </p:txBody>
      </p:sp>
      <p:pic>
        <p:nvPicPr>
          <p:cNvPr id="7" name="MS logo white - EMF">
            <a:extLst>
              <a:ext uri="{FF2B5EF4-FFF2-40B4-BE49-F238E27FC236}">
                <a16:creationId xmlns:a16="http://schemas.microsoft.com/office/drawing/2014/main" id="{8C9E821F-1698-B941-98E4-14796A4C30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437233" y="491667"/>
            <a:ext cx="1423303" cy="304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7470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ENTER &amp; 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87B2D66C-ED12-49C4-87B3-971271683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00261B27-8650-E446-8F03-BBF1C43C27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1128911"/>
            <a:ext cx="11018520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spc="0" baseline="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 err="1"/>
              <a:t>Subheader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88332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87B2D66C-ED12-49C4-87B3-971271683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6484957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 userDrawn="1">
            <p:ph type="body" idx="1"/>
          </p:nvPr>
        </p:nvSpPr>
        <p:spPr>
          <a:xfrm>
            <a:off x="584200" y="1435503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 userDrawn="1"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 userDrawn="1"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 userDrawn="1"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 userDrawn="1"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 userDrawn="1"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 userDrawn="1"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 userDrawn="1"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 userDrawn="1"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 userDrawn="1"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 userDrawn="1"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F7D1C1B0-B53E-499D-B47D-58586D6F44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3"/>
          <a:srcRect l="762"/>
          <a:stretch/>
        </p:blipFill>
        <p:spPr>
          <a:xfrm rot="5400000">
            <a:off x="9464500" y="2843773"/>
            <a:ext cx="6858000" cy="1170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01262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74" r:id="rId1"/>
    <p:sldLayoutId id="2147483875" r:id="rId2"/>
    <p:sldLayoutId id="2147483876" r:id="rId3"/>
    <p:sldLayoutId id="2147483877" r:id="rId4"/>
    <p:sldLayoutId id="2147483878" r:id="rId5"/>
    <p:sldLayoutId id="2147483879" r:id="rId6"/>
    <p:sldLayoutId id="2147483880" r:id="rId7"/>
    <p:sldLayoutId id="2147483881" r:id="rId8"/>
    <p:sldLayoutId id="2147483882" r:id="rId9"/>
    <p:sldLayoutId id="2147483883" r:id="rId10"/>
    <p:sldLayoutId id="2147483884" r:id="rId11"/>
    <p:sldLayoutId id="2147483885" r:id="rId12"/>
    <p:sldLayoutId id="2147483886" r:id="rId13"/>
    <p:sldLayoutId id="2147483887" r:id="rId14"/>
    <p:sldLayoutId id="2147483888" r:id="rId15"/>
    <p:sldLayoutId id="2147483889" r:id="rId16"/>
    <p:sldLayoutId id="2147483890" r:id="rId17"/>
    <p:sldLayoutId id="2147483891" r:id="rId18"/>
    <p:sldLayoutId id="2147483892" r:id="rId19"/>
    <p:sldLayoutId id="2147483893" r:id="rId20"/>
    <p:sldLayoutId id="2147483894" r:id="rId21"/>
    <p:sldLayoutId id="2147483895" r:id="rId22"/>
    <p:sldLayoutId id="2147483896" r:id="rId23"/>
    <p:sldLayoutId id="2147483897" r:id="rId24"/>
    <p:sldLayoutId id="2147483898" r:id="rId25"/>
    <p:sldLayoutId id="2147483899" r:id="rId26"/>
    <p:sldLayoutId id="2147483900" r:id="rId27"/>
    <p:sldLayoutId id="2147483901" r:id="rId28"/>
    <p:sldLayoutId id="2147485786" r:id="rId29"/>
    <p:sldLayoutId id="2147485787" r:id="rId30"/>
    <p:sldLayoutId id="2147486350" r:id="rId31"/>
  </p:sldLayoutIdLst>
  <p:transition>
    <p:fade/>
  </p:transition>
  <p:hf sldNum="0" hdr="0" ft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3600" b="0" kern="1200" cap="none" spc="-50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Segoe UI" panose="020B0502040204020203" pitchFamily="34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6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>
          <p15:clr>
            <a:srgbClr val="C35EA4"/>
          </p15:clr>
        </p15:guide>
        <p15:guide id="17" pos="7313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85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95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2">
            <a:extLst>
              <a:ext uri="{FF2B5EF4-FFF2-40B4-BE49-F238E27FC236}">
                <a16:creationId xmlns:a16="http://schemas.microsoft.com/office/drawing/2014/main" id="{A626171A-C2F2-4CFD-92C7-2EEC1AE1B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247" y="1759122"/>
            <a:ext cx="5828527" cy="1723549"/>
          </a:xfrm>
        </p:spPr>
        <p:txBody>
          <a:bodyPr/>
          <a:lstStyle/>
          <a:p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Microsoft Technology Center</a:t>
            </a:r>
            <a:br>
              <a:rPr lang="en-US" sz="3600" dirty="0">
                <a:solidFill>
                  <a:schemeClr val="accent2">
                    <a:lumMod val="75000"/>
                  </a:schemeClr>
                </a:solidFill>
              </a:rPr>
            </a:br>
            <a:br>
              <a:rPr lang="en-US" sz="3600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sz="2800" dirty="0">
                <a:solidFill>
                  <a:schemeClr val="accent2">
                    <a:lumMod val="75000"/>
                  </a:schemeClr>
                </a:solidFill>
              </a:rPr>
              <a:t>Security, Compliance &amp; Identity Hackathon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4D4DCDD-2177-47B1-B99F-1C18E65DA77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3247" y="4029986"/>
            <a:ext cx="9144000" cy="615553"/>
          </a:xfrm>
        </p:spPr>
        <p:txBody>
          <a:bodyPr/>
          <a:lstStyle/>
          <a:p>
            <a:r>
              <a:rPr lang="en-US" sz="2000" dirty="0"/>
              <a:t>Stefanie Jacobs</a:t>
            </a:r>
          </a:p>
          <a:p>
            <a:r>
              <a:rPr lang="en-US" sz="2000" dirty="0"/>
              <a:t>Senior Technical Architect</a:t>
            </a:r>
          </a:p>
        </p:txBody>
      </p:sp>
      <p:pic>
        <p:nvPicPr>
          <p:cNvPr id="7170" name="Picture 2" descr="See the source image">
            <a:extLst>
              <a:ext uri="{FF2B5EF4-FFF2-40B4-BE49-F238E27FC236}">
                <a16:creationId xmlns:a16="http://schemas.microsoft.com/office/drawing/2014/main" id="{36F8BA84-C0E9-423D-BF27-09935F2E95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3648" y="1108602"/>
            <a:ext cx="6848352" cy="45679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32986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F5E9C-1A26-4C91-84FC-77C11F9D3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 wrap="square" anchor="t">
            <a:norm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Identify</a:t>
            </a:r>
            <a:r>
              <a:rPr lang="en-US" dirty="0"/>
              <a:t> the status quo.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9B58BB-8733-4C95-AFDD-E4D810B8937C}"/>
              </a:ext>
            </a:extLst>
          </p:cNvPr>
          <p:cNvSpPr txBox="1"/>
          <p:nvPr/>
        </p:nvSpPr>
        <p:spPr>
          <a:xfrm>
            <a:off x="721431" y="1467876"/>
            <a:ext cx="5374569" cy="227682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defTabSz="932742">
              <a:lnSpc>
                <a:spcPct val="100000"/>
              </a:lnSpc>
              <a:spcBef>
                <a:spcPct val="0"/>
              </a:spcBef>
              <a:buNone/>
              <a:defRPr lang="en-US" sz="3600" b="0" cap="none" spc="-50" baseline="0" dirty="0" smtClean="0">
                <a:ln w="3175">
                  <a:noFill/>
                </a:ln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cs typeface="Segoe UI" pitchFamily="34" charset="0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Establish and defend </a:t>
            </a:r>
            <a:r>
              <a:rPr lang="en-GB" sz="2000" dirty="0">
                <a:solidFill>
                  <a:schemeClr val="accent2">
                    <a:lumMod val="75000"/>
                  </a:schemeClr>
                </a:solidFill>
              </a:rPr>
              <a:t>baseline security</a:t>
            </a:r>
            <a:r>
              <a:rPr lang="en-GB" sz="2000" dirty="0"/>
              <a:t> and compliance configurations for organizations using Microsoft cloud services using Microsoft Security and Compliance tools alongside recommended security best-practices by working through challenges inspired from real-world scenarios.</a:t>
            </a:r>
          </a:p>
        </p:txBody>
      </p:sp>
      <p:pic>
        <p:nvPicPr>
          <p:cNvPr id="2050" name="Picture 2" descr="Image result for microsoft security compliance and identity">
            <a:extLst>
              <a:ext uri="{FF2B5EF4-FFF2-40B4-BE49-F238E27FC236}">
                <a16:creationId xmlns:a16="http://schemas.microsoft.com/office/drawing/2014/main" id="{4E3517B3-3976-4BBB-8A38-D59AD03C4F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6782" y="4201374"/>
            <a:ext cx="2486025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Image result for m365 security centre">
            <a:extLst>
              <a:ext uri="{FF2B5EF4-FFF2-40B4-BE49-F238E27FC236}">
                <a16:creationId xmlns:a16="http://schemas.microsoft.com/office/drawing/2014/main" id="{6200E26E-4A00-4B9A-8C1A-0390651747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158" y="2711433"/>
            <a:ext cx="4289834" cy="2490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See the source image">
            <a:extLst>
              <a:ext uri="{FF2B5EF4-FFF2-40B4-BE49-F238E27FC236}">
                <a16:creationId xmlns:a16="http://schemas.microsoft.com/office/drawing/2014/main" id="{D89DAE57-C5FD-45D7-BE07-B8F6B87140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4155" y="919153"/>
            <a:ext cx="4289834" cy="2144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2911844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F5E9C-1A26-4C91-84FC-77C11F9D3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 wrap="square" anchor="t">
            <a:norm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Prepare</a:t>
            </a:r>
            <a:r>
              <a:rPr lang="en-US" dirty="0"/>
              <a:t> &amp;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roll-out</a:t>
            </a:r>
            <a:r>
              <a:rPr lang="en-US" dirty="0"/>
              <a:t> schema.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FC13ED-96A9-463B-9697-02006DD8E4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5681" y="1543741"/>
            <a:ext cx="5212080" cy="2154436"/>
          </a:xfrm>
        </p:spPr>
        <p:txBody>
          <a:bodyPr vert="horz" wrap="square" lIns="0" tIns="0" rIns="0" bIns="0" rtlCol="0" anchor="t">
            <a:normAutofit/>
          </a:bodyPr>
          <a:lstStyle/>
          <a:p>
            <a:pPr marL="342900" indent="-3429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sz="2000" spc="-50" dirty="0" err="1">
                <a:ln w="3175">
                  <a:noFill/>
                </a:ln>
                <a:solidFill>
                  <a:schemeClr val="accent2">
                    <a:lumMod val="75000"/>
                  </a:schemeClr>
                </a:solidFill>
                <a:latin typeface="+mj-lt"/>
              </a:rPr>
              <a:t>Analyze</a:t>
            </a:r>
            <a:r>
              <a:rPr lang="en-GB" sz="2000" spc="-50" dirty="0">
                <a:ln w="3175">
                  <a:noFill/>
                </a:ln>
                <a:latin typeface="+mj-lt"/>
              </a:rPr>
              <a:t> and remediate security configurations in a pre-configured Microsoft online organization. </a:t>
            </a:r>
          </a:p>
          <a:p>
            <a:pPr marL="342900" indent="-3429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sz="2000" spc="-50" dirty="0">
                <a:ln w="3175">
                  <a:noFill/>
                </a:ln>
                <a:solidFill>
                  <a:schemeClr val="accent2">
                    <a:lumMod val="75000"/>
                  </a:schemeClr>
                </a:solidFill>
                <a:latin typeface="+mj-lt"/>
              </a:rPr>
              <a:t>Implement</a:t>
            </a:r>
            <a:r>
              <a:rPr lang="en-GB" sz="2000" spc="-50" dirty="0">
                <a:ln w="3175">
                  <a:noFill/>
                </a:ln>
                <a:latin typeface="+mj-lt"/>
              </a:rPr>
              <a:t> security and compliance policies to enforce regulations required, and mitigate any threats discovered during the assessment.</a:t>
            </a:r>
          </a:p>
        </p:txBody>
      </p:sp>
      <p:pic>
        <p:nvPicPr>
          <p:cNvPr id="5122" name="Picture 2" descr="Image result for m365 attack kill-chain">
            <a:extLst>
              <a:ext uri="{FF2B5EF4-FFF2-40B4-BE49-F238E27FC236}">
                <a16:creationId xmlns:a16="http://schemas.microsoft.com/office/drawing/2014/main" id="{07E390F3-9C0F-45D4-9C63-1EEE55F6AF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4849" y="4686300"/>
            <a:ext cx="238125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5AC1579-C23D-422C-90A8-4796E9B432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3718" y="1780014"/>
            <a:ext cx="5166730" cy="2906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513915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F5E9C-1A26-4C91-84FC-77C11F9D3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 wrap="square" anchor="t">
            <a:norm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Refine </a:t>
            </a:r>
            <a:r>
              <a:rPr lang="en-US" dirty="0">
                <a:solidFill>
                  <a:schemeClr val="tx1"/>
                </a:solidFill>
              </a:rPr>
              <a:t>and look forward</a:t>
            </a:r>
            <a:r>
              <a:rPr lang="en-US" dirty="0"/>
              <a:t>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FC13ED-96A9-463B-9697-02006DD8E4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5681" y="1543741"/>
            <a:ext cx="5212080" cy="2154436"/>
          </a:xfrm>
        </p:spPr>
        <p:txBody>
          <a:bodyPr vert="horz" wrap="square" lIns="0" tIns="0" rIns="0" bIns="0" rtlCol="0" anchor="t">
            <a:normAutofit/>
          </a:bodyPr>
          <a:lstStyle/>
          <a:p>
            <a:pPr marL="342900" indent="-3429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sz="2000" spc="-50" dirty="0">
                <a:ln w="3175">
                  <a:noFill/>
                </a:ln>
                <a:solidFill>
                  <a:schemeClr val="accent2">
                    <a:lumMod val="75000"/>
                  </a:schemeClr>
                </a:solidFill>
                <a:latin typeface="+mj-lt"/>
              </a:rPr>
              <a:t>Get inspired </a:t>
            </a:r>
            <a:r>
              <a:rPr lang="en-GB" sz="2000" spc="-50" dirty="0">
                <a:ln w="3175">
                  <a:noFill/>
                </a:ln>
                <a:solidFill>
                  <a:schemeClr val="tx1"/>
                </a:solidFill>
                <a:latin typeface="+mj-lt"/>
              </a:rPr>
              <a:t>to better protect hybrid cloud environments, leveraging SaaS, IaaS and PaaS solutions. </a:t>
            </a:r>
          </a:p>
          <a:p>
            <a:pPr marL="342900" indent="-3429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sz="2000" spc="-50" dirty="0">
                <a:ln w="3175">
                  <a:noFill/>
                </a:ln>
                <a:solidFill>
                  <a:schemeClr val="accent2">
                    <a:lumMod val="75000"/>
                  </a:schemeClr>
                </a:solidFill>
                <a:latin typeface="+mj-lt"/>
              </a:rPr>
              <a:t>Gain experience </a:t>
            </a:r>
            <a:r>
              <a:rPr lang="en-GB" sz="2000" spc="-50" dirty="0">
                <a:ln w="3175">
                  <a:noFill/>
                </a:ln>
                <a:solidFill>
                  <a:schemeClr val="tx1"/>
                </a:solidFill>
                <a:latin typeface="+mj-lt"/>
              </a:rPr>
              <a:t>creating policies and procedures to improve your organization’s security and compliance posture.</a:t>
            </a:r>
          </a:p>
        </p:txBody>
      </p:sp>
      <p:pic>
        <p:nvPicPr>
          <p:cNvPr id="10242" name="Picture 2" descr="Image result for Microsoft looking glass">
            <a:extLst>
              <a:ext uri="{FF2B5EF4-FFF2-40B4-BE49-F238E27FC236}">
                <a16:creationId xmlns:a16="http://schemas.microsoft.com/office/drawing/2014/main" id="{C7E0E9C0-B7D8-44DC-928E-B6C1B31BEC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9969" y="2309308"/>
            <a:ext cx="3991002" cy="3372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0677737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1_Black Template">
  <a:themeElements>
    <a:clrScheme name="2019 Brand BLUE Dark Bak">
      <a:dk1>
        <a:srgbClr val="000000"/>
      </a:dk1>
      <a:lt1>
        <a:srgbClr val="FFFFFF"/>
      </a:lt1>
      <a:dk2>
        <a:srgbClr val="243A5E"/>
      </a:dk2>
      <a:lt2>
        <a:srgbClr val="E6E6E6"/>
      </a:lt2>
      <a:accent1>
        <a:srgbClr val="0078D4"/>
      </a:accent1>
      <a:accent2>
        <a:srgbClr val="50E6FF"/>
      </a:accent2>
      <a:accent3>
        <a:srgbClr val="D83B01"/>
      </a:accent3>
      <a:accent4>
        <a:srgbClr val="9BF00B"/>
      </a:accent4>
      <a:accent5>
        <a:srgbClr val="FFB900"/>
      </a:accent5>
      <a:accent6>
        <a:srgbClr val="E6E6E6"/>
      </a:accent6>
      <a:hlink>
        <a:srgbClr val="50E6FF"/>
      </a:hlink>
      <a:folHlink>
        <a:srgbClr val="50E6FF"/>
      </a:folHlink>
    </a:clrScheme>
    <a:fontScheme name="Segoe UI Semibold - Segoe UI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16-9_Blue_February_2019" id="{0D93EA38-B0C4-4B20-BF67-413A307B6C0B}" vid="{C7413A89-757E-4CA6-A51B-57D9E2B413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2019 Brand BLUE Dark Bak">
    <a:dk1>
      <a:srgbClr val="000000"/>
    </a:dk1>
    <a:lt1>
      <a:srgbClr val="FFFFFF"/>
    </a:lt1>
    <a:dk2>
      <a:srgbClr val="243A5E"/>
    </a:dk2>
    <a:lt2>
      <a:srgbClr val="E6E6E6"/>
    </a:lt2>
    <a:accent1>
      <a:srgbClr val="0078D4"/>
    </a:accent1>
    <a:accent2>
      <a:srgbClr val="50E6FF"/>
    </a:accent2>
    <a:accent3>
      <a:srgbClr val="D83B01"/>
    </a:accent3>
    <a:accent4>
      <a:srgbClr val="9BF00B"/>
    </a:accent4>
    <a:accent5>
      <a:srgbClr val="FFB900"/>
    </a:accent5>
    <a:accent6>
      <a:srgbClr val="E6E6E6"/>
    </a:accent6>
    <a:hlink>
      <a:srgbClr val="50E6FF"/>
    </a:hlink>
    <a:folHlink>
      <a:srgbClr val="50E6FF"/>
    </a:folHlink>
  </a:clrScheme>
</a:themeOverride>
</file>

<file path=docMetadata/LabelInfo.xml><?xml version="1.0" encoding="utf-8"?>
<clbl:labelList xmlns:clbl="http://schemas.microsoft.com/office/2020/mipLabelMetadata">
  <clbl:label id="{72f988bf-86f1-41af-91ab-2d7cd011db47}" enabled="0" method="" siteId="{72f988bf-86f1-41af-91ab-2d7cd011db4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141</Words>
  <Application>Microsoft Office PowerPoint</Application>
  <PresentationFormat>Widescreen</PresentationFormat>
  <Paragraphs>13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Calibri</vt:lpstr>
      <vt:lpstr>Consolas</vt:lpstr>
      <vt:lpstr>Segoe UI</vt:lpstr>
      <vt:lpstr>Segoe UI Semibold</vt:lpstr>
      <vt:lpstr>Wingdings</vt:lpstr>
      <vt:lpstr>1_Black Template</vt:lpstr>
      <vt:lpstr>Microsoft Technology Center  Security, Compliance &amp; Identity Hackathon</vt:lpstr>
      <vt:lpstr>Identify the status quo.</vt:lpstr>
      <vt:lpstr>Prepare &amp; roll-out schema.</vt:lpstr>
      <vt:lpstr>Refine and look forward.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Technology Center  Windows Virtual Desktop Engagement</dc:title>
  <dc:creator>Stefanie.Jacobs@microsoft.com</dc:creator>
  <cp:lastModifiedBy>Stefanie Jacobs</cp:lastModifiedBy>
  <cp:revision>10</cp:revision>
  <dcterms:created xsi:type="dcterms:W3CDTF">2020-09-01T00:22:49Z</dcterms:created>
  <dcterms:modified xsi:type="dcterms:W3CDTF">2021-02-05T19:34:19Z</dcterms:modified>
</cp:coreProperties>
</file>